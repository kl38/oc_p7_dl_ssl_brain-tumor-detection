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2" r:id="rId1"/>
  </p:sldMasterIdLst>
  <p:sldIdLst>
    <p:sldId id="256" r:id="rId2"/>
    <p:sldId id="257" r:id="rId3"/>
    <p:sldId id="331" r:id="rId4"/>
    <p:sldId id="335" r:id="rId5"/>
    <p:sldId id="336" r:id="rId6"/>
    <p:sldId id="346" r:id="rId7"/>
    <p:sldId id="337" r:id="rId8"/>
    <p:sldId id="342" r:id="rId9"/>
    <p:sldId id="338" r:id="rId10"/>
    <p:sldId id="341" r:id="rId11"/>
    <p:sldId id="344" r:id="rId12"/>
    <p:sldId id="359" r:id="rId13"/>
    <p:sldId id="353" r:id="rId14"/>
    <p:sldId id="339" r:id="rId15"/>
    <p:sldId id="340" r:id="rId16"/>
    <p:sldId id="343" r:id="rId17"/>
    <p:sldId id="349" r:id="rId18"/>
    <p:sldId id="345" r:id="rId19"/>
    <p:sldId id="354" r:id="rId20"/>
    <p:sldId id="356" r:id="rId21"/>
    <p:sldId id="351" r:id="rId22"/>
    <p:sldId id="358" r:id="rId23"/>
    <p:sldId id="350" r:id="rId24"/>
    <p:sldId id="355" r:id="rId25"/>
    <p:sldId id="357" r:id="rId26"/>
    <p:sldId id="334" r:id="rId27"/>
    <p:sldId id="332" r:id="rId28"/>
    <p:sldId id="333" r:id="rId29"/>
    <p:sldId id="302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A6E4"/>
    <a:srgbClr val="D6A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Style moye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133" d="100"/>
          <a:sy n="133" d="100"/>
        </p:scale>
        <p:origin x="374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E5ED3D-40B4-49B2-A0E6-D2077B9B2DB0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</dgm:pt>
    <dgm:pt modelId="{2127D867-BE31-449A-9699-23698FF7553E}">
      <dgm:prSet phldrT="[Texte]" custT="1"/>
      <dgm:spPr/>
      <dgm:t>
        <a:bodyPr/>
        <a:lstStyle/>
        <a:p>
          <a:r>
            <a:rPr lang="fr-FR" sz="1400" dirty="0" err="1"/>
            <a:t>Embedding</a:t>
          </a:r>
          <a:endParaRPr lang="en-US" sz="1400" dirty="0"/>
        </a:p>
      </dgm:t>
    </dgm:pt>
    <dgm:pt modelId="{CD6B118D-2BDB-4D74-8E37-C590545B4B99}" type="parTrans" cxnId="{1F6C148E-379E-4D8C-B449-AE17F7AEB2E2}">
      <dgm:prSet/>
      <dgm:spPr/>
      <dgm:t>
        <a:bodyPr/>
        <a:lstStyle/>
        <a:p>
          <a:endParaRPr lang="en-US"/>
        </a:p>
      </dgm:t>
    </dgm:pt>
    <dgm:pt modelId="{02F86CCB-1E08-4CCD-8B49-52E04407FD3A}" type="sibTrans" cxnId="{1F6C148E-379E-4D8C-B449-AE17F7AEB2E2}">
      <dgm:prSet/>
      <dgm:spPr/>
      <dgm:t>
        <a:bodyPr/>
        <a:lstStyle/>
        <a:p>
          <a:endParaRPr lang="en-US"/>
        </a:p>
      </dgm:t>
    </dgm:pt>
    <dgm:pt modelId="{E9D9AF0A-03A2-400C-8D62-7FD014A580E3}">
      <dgm:prSet phldrT="[Texte]" custT="1"/>
      <dgm:spPr/>
      <dgm:t>
        <a:bodyPr/>
        <a:lstStyle/>
        <a:p>
          <a:r>
            <a:rPr lang="fr-FR" sz="1400" dirty="0" err="1"/>
            <a:t>Processing</a:t>
          </a:r>
          <a:endParaRPr lang="en-US" sz="1400" dirty="0"/>
        </a:p>
      </dgm:t>
    </dgm:pt>
    <dgm:pt modelId="{EDBF4B07-B7F4-4619-8F40-12F361B5EF2B}" type="parTrans" cxnId="{638A7BBA-93FD-4BF8-B3A2-A06C7CB29565}">
      <dgm:prSet/>
      <dgm:spPr/>
      <dgm:t>
        <a:bodyPr/>
        <a:lstStyle/>
        <a:p>
          <a:endParaRPr lang="en-US"/>
        </a:p>
      </dgm:t>
    </dgm:pt>
    <dgm:pt modelId="{B88B9E46-3167-48F1-B9F0-92C04F1EDDCD}" type="sibTrans" cxnId="{638A7BBA-93FD-4BF8-B3A2-A06C7CB29565}">
      <dgm:prSet/>
      <dgm:spPr/>
      <dgm:t>
        <a:bodyPr/>
        <a:lstStyle/>
        <a:p>
          <a:endParaRPr lang="en-US"/>
        </a:p>
      </dgm:t>
    </dgm:pt>
    <dgm:pt modelId="{F2BD3B72-FA65-4AB0-9267-9A72585622BB}">
      <dgm:prSet phldrT="[Texte]"/>
      <dgm:spPr/>
      <dgm:t>
        <a:bodyPr/>
        <a:lstStyle/>
        <a:p>
          <a:r>
            <a:rPr lang="fr-FR" dirty="0" err="1"/>
            <a:t>ResNet</a:t>
          </a:r>
          <a:r>
            <a:rPr lang="fr-FR" dirty="0"/>
            <a:t> 50</a:t>
          </a:r>
          <a:endParaRPr lang="en-US" dirty="0"/>
        </a:p>
      </dgm:t>
    </dgm:pt>
    <dgm:pt modelId="{AB728CEF-A18F-4393-9740-58DD1FB12AAB}" type="parTrans" cxnId="{2F7BA8E4-32F1-4DDB-BAFF-FF40B446AF3F}">
      <dgm:prSet/>
      <dgm:spPr/>
      <dgm:t>
        <a:bodyPr/>
        <a:lstStyle/>
        <a:p>
          <a:endParaRPr lang="en-US"/>
        </a:p>
      </dgm:t>
    </dgm:pt>
    <dgm:pt modelId="{8CB4282C-044B-463A-A988-86D872020D5F}" type="sibTrans" cxnId="{2F7BA8E4-32F1-4DDB-BAFF-FF40B446AF3F}">
      <dgm:prSet/>
      <dgm:spPr/>
      <dgm:t>
        <a:bodyPr/>
        <a:lstStyle/>
        <a:p>
          <a:endParaRPr lang="en-US"/>
        </a:p>
      </dgm:t>
    </dgm:pt>
    <dgm:pt modelId="{26F4F38F-20D2-4DAF-91F4-F0B281D77F08}">
      <dgm:prSet phldrT="[Texte]"/>
      <dgm:spPr/>
      <dgm:t>
        <a:bodyPr/>
        <a:lstStyle/>
        <a:p>
          <a:r>
            <a:rPr lang="fr-FR" dirty="0" err="1"/>
            <a:t>EfficientNet</a:t>
          </a:r>
          <a:r>
            <a:rPr lang="fr-FR" dirty="0"/>
            <a:t> b4</a:t>
          </a:r>
          <a:endParaRPr lang="en-US" dirty="0"/>
        </a:p>
      </dgm:t>
    </dgm:pt>
    <dgm:pt modelId="{F64432C0-BAB0-4171-ACB3-6427E92C40A1}" type="parTrans" cxnId="{4089603C-6BFE-4453-A7E1-96F882192484}">
      <dgm:prSet/>
      <dgm:spPr/>
      <dgm:t>
        <a:bodyPr/>
        <a:lstStyle/>
        <a:p>
          <a:endParaRPr lang="en-US"/>
        </a:p>
      </dgm:t>
    </dgm:pt>
    <dgm:pt modelId="{F02BD39E-0BD6-4DEE-BFA9-0F72A2E5C826}" type="sibTrans" cxnId="{4089603C-6BFE-4453-A7E1-96F882192484}">
      <dgm:prSet/>
      <dgm:spPr/>
      <dgm:t>
        <a:bodyPr/>
        <a:lstStyle/>
        <a:p>
          <a:endParaRPr lang="en-US"/>
        </a:p>
      </dgm:t>
    </dgm:pt>
    <dgm:pt modelId="{D8C7401B-1107-458B-837E-69444C463191}">
      <dgm:prSet phldrT="[Texte]" custT="1"/>
      <dgm:spPr/>
      <dgm:t>
        <a:bodyPr/>
        <a:lstStyle/>
        <a:p>
          <a:r>
            <a:rPr lang="fr-FR" sz="1400" dirty="0" err="1"/>
            <a:t>Dataset</a:t>
          </a:r>
          <a:r>
            <a:rPr lang="fr-FR" sz="1400" dirty="0"/>
            <a:t> </a:t>
          </a:r>
          <a:r>
            <a:rPr lang="fr-FR" sz="1400" dirty="0" err="1"/>
            <a:t>Pytorch</a:t>
          </a:r>
          <a:endParaRPr lang="en-US" sz="1400" dirty="0"/>
        </a:p>
      </dgm:t>
    </dgm:pt>
    <dgm:pt modelId="{FE149304-4598-4502-AA9E-F3F176A086CD}" type="parTrans" cxnId="{222E8EE5-228F-424F-A738-BE9C20077763}">
      <dgm:prSet/>
      <dgm:spPr/>
      <dgm:t>
        <a:bodyPr/>
        <a:lstStyle/>
        <a:p>
          <a:endParaRPr lang="en-US"/>
        </a:p>
      </dgm:t>
    </dgm:pt>
    <dgm:pt modelId="{9B07F093-31C9-4D46-9940-26DE5EB98CD2}" type="sibTrans" cxnId="{222E8EE5-228F-424F-A738-BE9C20077763}">
      <dgm:prSet/>
      <dgm:spPr/>
      <dgm:t>
        <a:bodyPr/>
        <a:lstStyle/>
        <a:p>
          <a:endParaRPr lang="en-US"/>
        </a:p>
      </dgm:t>
    </dgm:pt>
    <dgm:pt modelId="{6B5614B3-3BC0-437C-902E-03169ECB2EC5}">
      <dgm:prSet phldrT="[Texte]"/>
      <dgm:spPr/>
      <dgm:t>
        <a:bodyPr/>
        <a:lstStyle/>
        <a:p>
          <a:r>
            <a:rPr lang="fr-FR" dirty="0" err="1"/>
            <a:t>Resize</a:t>
          </a:r>
          <a:r>
            <a:rPr lang="fr-FR" dirty="0"/>
            <a:t> 224x224</a:t>
          </a:r>
          <a:endParaRPr lang="en-US" dirty="0"/>
        </a:p>
      </dgm:t>
    </dgm:pt>
    <dgm:pt modelId="{6E52F844-33BD-4094-85E9-A27C9D604600}" type="parTrans" cxnId="{DBA0E821-87C0-4A54-B65B-DAE12142AF35}">
      <dgm:prSet/>
      <dgm:spPr/>
      <dgm:t>
        <a:bodyPr/>
        <a:lstStyle/>
        <a:p>
          <a:endParaRPr lang="en-US"/>
        </a:p>
      </dgm:t>
    </dgm:pt>
    <dgm:pt modelId="{C523C919-5C59-4AE1-B766-964401418325}" type="sibTrans" cxnId="{DBA0E821-87C0-4A54-B65B-DAE12142AF35}">
      <dgm:prSet/>
      <dgm:spPr/>
      <dgm:t>
        <a:bodyPr/>
        <a:lstStyle/>
        <a:p>
          <a:endParaRPr lang="en-US"/>
        </a:p>
      </dgm:t>
    </dgm:pt>
    <dgm:pt modelId="{A4CBA8E0-4282-4DEC-8874-8DCFB690ECFB}">
      <dgm:prSet phldrT="[Texte]"/>
      <dgm:spPr/>
      <dgm:t>
        <a:bodyPr/>
        <a:lstStyle/>
        <a:p>
          <a:r>
            <a:rPr lang="fr-FR" dirty="0"/>
            <a:t>Normalisation </a:t>
          </a:r>
          <a:r>
            <a:rPr lang="fr-FR" dirty="0" err="1"/>
            <a:t>Imagenet</a:t>
          </a:r>
          <a:r>
            <a:rPr lang="fr-FR" dirty="0"/>
            <a:t> </a:t>
          </a:r>
          <a:endParaRPr lang="en-US" dirty="0"/>
        </a:p>
      </dgm:t>
    </dgm:pt>
    <dgm:pt modelId="{6BF2CFEA-4E50-4144-91C7-A6B76BB26CCB}" type="parTrans" cxnId="{134B65B5-7E51-40AF-8BE7-922CE6AE9FFD}">
      <dgm:prSet/>
      <dgm:spPr/>
      <dgm:t>
        <a:bodyPr/>
        <a:lstStyle/>
        <a:p>
          <a:endParaRPr lang="en-US"/>
        </a:p>
      </dgm:t>
    </dgm:pt>
    <dgm:pt modelId="{51B06AF9-E22C-47A6-AC7F-F7F23E573866}" type="sibTrans" cxnId="{134B65B5-7E51-40AF-8BE7-922CE6AE9FFD}">
      <dgm:prSet/>
      <dgm:spPr/>
      <dgm:t>
        <a:bodyPr/>
        <a:lstStyle/>
        <a:p>
          <a:endParaRPr lang="en-US"/>
        </a:p>
      </dgm:t>
    </dgm:pt>
    <dgm:pt modelId="{310E6CFA-76EE-4CB9-AC56-4B39AEB6C1D1}">
      <dgm:prSet phldrT="[Texte]"/>
      <dgm:spPr/>
      <dgm:t>
        <a:bodyPr/>
        <a:lstStyle/>
        <a:p>
          <a:r>
            <a:rPr lang="fr-FR" dirty="0" err="1"/>
            <a:t>StandardScaler</a:t>
          </a:r>
          <a:endParaRPr lang="en-US" dirty="0"/>
        </a:p>
      </dgm:t>
    </dgm:pt>
    <dgm:pt modelId="{C5534310-FEDB-4C87-A3AB-5ECF42EC4348}" type="parTrans" cxnId="{D781944E-71CF-4A81-9C74-EBA1E3B1ACE0}">
      <dgm:prSet/>
      <dgm:spPr/>
      <dgm:t>
        <a:bodyPr/>
        <a:lstStyle/>
        <a:p>
          <a:endParaRPr lang="en-US"/>
        </a:p>
      </dgm:t>
    </dgm:pt>
    <dgm:pt modelId="{E062B4F2-1B16-4CAA-B4FC-83C8A110B2D1}" type="sibTrans" cxnId="{D781944E-71CF-4A81-9C74-EBA1E3B1ACE0}">
      <dgm:prSet/>
      <dgm:spPr/>
      <dgm:t>
        <a:bodyPr/>
        <a:lstStyle/>
        <a:p>
          <a:endParaRPr lang="en-US"/>
        </a:p>
      </dgm:t>
    </dgm:pt>
    <dgm:pt modelId="{7C11516A-9937-4819-9A8A-258A6430816D}">
      <dgm:prSet phldrT="[Texte]" custT="1"/>
      <dgm:spPr/>
      <dgm:t>
        <a:bodyPr/>
        <a:lstStyle/>
        <a:p>
          <a:r>
            <a:rPr lang="fr-FR" sz="1400" dirty="0"/>
            <a:t>Clustering</a:t>
          </a:r>
          <a:endParaRPr lang="en-US" sz="1400" dirty="0"/>
        </a:p>
      </dgm:t>
    </dgm:pt>
    <dgm:pt modelId="{E2CBBCD6-642F-44E9-A66C-719492FEF561}" type="parTrans" cxnId="{12ACAFE6-8FC1-48D6-9856-1C480D350D09}">
      <dgm:prSet/>
      <dgm:spPr/>
      <dgm:t>
        <a:bodyPr/>
        <a:lstStyle/>
        <a:p>
          <a:endParaRPr lang="en-US"/>
        </a:p>
      </dgm:t>
    </dgm:pt>
    <dgm:pt modelId="{D4915C26-F969-49EF-BF90-241F890B8840}" type="sibTrans" cxnId="{12ACAFE6-8FC1-48D6-9856-1C480D350D09}">
      <dgm:prSet/>
      <dgm:spPr/>
      <dgm:t>
        <a:bodyPr/>
        <a:lstStyle/>
        <a:p>
          <a:endParaRPr lang="en-US"/>
        </a:p>
      </dgm:t>
    </dgm:pt>
    <dgm:pt modelId="{BE022753-7F43-427D-9CEC-88C137275989}">
      <dgm:prSet phldrT="[Texte]"/>
      <dgm:spPr/>
      <dgm:t>
        <a:bodyPr/>
        <a:lstStyle/>
        <a:p>
          <a:r>
            <a:rPr lang="fr-FR" dirty="0" err="1"/>
            <a:t>K_Means</a:t>
          </a:r>
          <a:endParaRPr lang="en-US" dirty="0"/>
        </a:p>
      </dgm:t>
    </dgm:pt>
    <dgm:pt modelId="{DD4284D6-8C88-41EB-BEBF-4BFA79C88F88}" type="parTrans" cxnId="{82F886CD-BD50-4CBD-8BAB-446B0973972C}">
      <dgm:prSet/>
      <dgm:spPr/>
      <dgm:t>
        <a:bodyPr/>
        <a:lstStyle/>
        <a:p>
          <a:endParaRPr lang="en-US"/>
        </a:p>
      </dgm:t>
    </dgm:pt>
    <dgm:pt modelId="{3D67C510-B163-46DB-9E24-DA7395D8DDDA}" type="sibTrans" cxnId="{82F886CD-BD50-4CBD-8BAB-446B0973972C}">
      <dgm:prSet/>
      <dgm:spPr/>
      <dgm:t>
        <a:bodyPr/>
        <a:lstStyle/>
        <a:p>
          <a:endParaRPr lang="en-US"/>
        </a:p>
      </dgm:t>
    </dgm:pt>
    <dgm:pt modelId="{0C477219-73EA-479E-BFA8-B29AE140D4A8}">
      <dgm:prSet phldrT="[Texte]"/>
      <dgm:spPr/>
      <dgm:t>
        <a:bodyPr/>
        <a:lstStyle/>
        <a:p>
          <a:r>
            <a:rPr lang="fr-FR" dirty="0"/>
            <a:t>DBSCAN</a:t>
          </a:r>
          <a:endParaRPr lang="en-US" dirty="0"/>
        </a:p>
      </dgm:t>
    </dgm:pt>
    <dgm:pt modelId="{E0DC5844-BBBE-4202-B207-F3AB150419B5}" type="parTrans" cxnId="{28448947-358D-45CF-83D8-FBF68F7750E9}">
      <dgm:prSet/>
      <dgm:spPr/>
      <dgm:t>
        <a:bodyPr/>
        <a:lstStyle/>
        <a:p>
          <a:endParaRPr lang="en-US"/>
        </a:p>
      </dgm:t>
    </dgm:pt>
    <dgm:pt modelId="{974E5536-1D25-4705-920C-450E7CA07F07}" type="sibTrans" cxnId="{28448947-358D-45CF-83D8-FBF68F7750E9}">
      <dgm:prSet/>
      <dgm:spPr/>
      <dgm:t>
        <a:bodyPr/>
        <a:lstStyle/>
        <a:p>
          <a:endParaRPr lang="en-US"/>
        </a:p>
      </dgm:t>
    </dgm:pt>
    <dgm:pt modelId="{73DD6E8E-09EA-4C4E-B45B-0825CB59D318}">
      <dgm:prSet phldrT="[Texte]" custT="1"/>
      <dgm:spPr/>
      <dgm:t>
        <a:bodyPr/>
        <a:lstStyle/>
        <a:p>
          <a:r>
            <a:rPr lang="fr-FR" sz="1400" dirty="0"/>
            <a:t>CNN</a:t>
          </a:r>
          <a:endParaRPr lang="en-US" sz="1400" dirty="0"/>
        </a:p>
      </dgm:t>
    </dgm:pt>
    <dgm:pt modelId="{42002367-AB8A-4A4B-A096-121D25DDDCA0}" type="parTrans" cxnId="{2CBD6FB4-B28D-4FC3-A0D9-072850BE90B8}">
      <dgm:prSet/>
      <dgm:spPr/>
      <dgm:t>
        <a:bodyPr/>
        <a:lstStyle/>
        <a:p>
          <a:endParaRPr lang="en-US"/>
        </a:p>
      </dgm:t>
    </dgm:pt>
    <dgm:pt modelId="{5F149FFC-70E9-4922-9CCB-E91693580FF9}" type="sibTrans" cxnId="{2CBD6FB4-B28D-4FC3-A0D9-072850BE90B8}">
      <dgm:prSet/>
      <dgm:spPr/>
      <dgm:t>
        <a:bodyPr/>
        <a:lstStyle/>
        <a:p>
          <a:endParaRPr lang="en-US"/>
        </a:p>
      </dgm:t>
    </dgm:pt>
    <dgm:pt modelId="{5C2CAB43-D885-4545-A1B5-88273D6A2090}">
      <dgm:prSet phldrT="[Texte]"/>
      <dgm:spPr/>
      <dgm:t>
        <a:bodyPr/>
        <a:lstStyle/>
        <a:p>
          <a:r>
            <a:rPr lang="fr-FR" dirty="0"/>
            <a:t>Sur labels faibles</a:t>
          </a:r>
          <a:endParaRPr lang="en-US" dirty="0"/>
        </a:p>
      </dgm:t>
    </dgm:pt>
    <dgm:pt modelId="{2E150D84-7885-4076-A416-383033F08E0F}" type="parTrans" cxnId="{A20D71BC-1573-480D-A26E-53C8EDCF87C2}">
      <dgm:prSet/>
      <dgm:spPr/>
      <dgm:t>
        <a:bodyPr/>
        <a:lstStyle/>
        <a:p>
          <a:endParaRPr lang="en-US"/>
        </a:p>
      </dgm:t>
    </dgm:pt>
    <dgm:pt modelId="{31A6DFBA-0985-499E-93E1-C013E0A2CFC7}" type="sibTrans" cxnId="{A20D71BC-1573-480D-A26E-53C8EDCF87C2}">
      <dgm:prSet/>
      <dgm:spPr/>
      <dgm:t>
        <a:bodyPr/>
        <a:lstStyle/>
        <a:p>
          <a:endParaRPr lang="en-US"/>
        </a:p>
      </dgm:t>
    </dgm:pt>
    <dgm:pt modelId="{50449392-9428-4A8F-83DF-BC6788B04E21}">
      <dgm:prSet phldrT="[Texte]"/>
      <dgm:spPr/>
      <dgm:t>
        <a:bodyPr/>
        <a:lstStyle/>
        <a:p>
          <a:r>
            <a:rPr lang="fr-FR" dirty="0"/>
            <a:t>Avec </a:t>
          </a:r>
          <a:r>
            <a:rPr lang="fr-FR" dirty="0" err="1"/>
            <a:t>Finetuning</a:t>
          </a:r>
          <a:endParaRPr lang="en-US" dirty="0"/>
        </a:p>
      </dgm:t>
    </dgm:pt>
    <dgm:pt modelId="{BA039285-FFB8-4D76-BD2B-AE8E09DA2F7C}" type="parTrans" cxnId="{FA4214A4-BECD-45E8-B598-F41755B9654E}">
      <dgm:prSet/>
      <dgm:spPr/>
      <dgm:t>
        <a:bodyPr/>
        <a:lstStyle/>
        <a:p>
          <a:endParaRPr lang="en-US"/>
        </a:p>
      </dgm:t>
    </dgm:pt>
    <dgm:pt modelId="{C76CB2D7-78FE-4D89-BB9E-7CDA52A1E0F5}" type="sibTrans" cxnId="{FA4214A4-BECD-45E8-B598-F41755B9654E}">
      <dgm:prSet/>
      <dgm:spPr/>
      <dgm:t>
        <a:bodyPr/>
        <a:lstStyle/>
        <a:p>
          <a:endParaRPr lang="en-US"/>
        </a:p>
      </dgm:t>
    </dgm:pt>
    <dgm:pt modelId="{9F5B7A23-1E1F-4318-B7B2-3031B0A34FE4}">
      <dgm:prSet phldrT="[Texte]"/>
      <dgm:spPr/>
      <dgm:t>
        <a:bodyPr/>
        <a:lstStyle/>
        <a:p>
          <a:r>
            <a:rPr lang="fr-FR" dirty="0"/>
            <a:t>Visualisation t-SNE</a:t>
          </a:r>
          <a:endParaRPr lang="en-US" dirty="0"/>
        </a:p>
      </dgm:t>
    </dgm:pt>
    <dgm:pt modelId="{40DEAB66-3900-4D2D-AE37-FCC64F0C6898}" type="parTrans" cxnId="{3998F8CA-8A53-4E61-9D1A-D4DDF77CA5D5}">
      <dgm:prSet/>
      <dgm:spPr/>
      <dgm:t>
        <a:bodyPr/>
        <a:lstStyle/>
        <a:p>
          <a:endParaRPr lang="en-US"/>
        </a:p>
      </dgm:t>
    </dgm:pt>
    <dgm:pt modelId="{CD5C6DD2-2C78-46C6-9FCA-FEE9C24AE98F}" type="sibTrans" cxnId="{3998F8CA-8A53-4E61-9D1A-D4DDF77CA5D5}">
      <dgm:prSet/>
      <dgm:spPr/>
      <dgm:t>
        <a:bodyPr/>
        <a:lstStyle/>
        <a:p>
          <a:endParaRPr lang="en-US"/>
        </a:p>
      </dgm:t>
    </dgm:pt>
    <dgm:pt modelId="{1B72E089-E1E6-4673-91A2-F5CE467BA819}">
      <dgm:prSet phldrT="[Texte]"/>
      <dgm:spPr/>
      <dgm:t>
        <a:bodyPr/>
        <a:lstStyle/>
        <a:p>
          <a:r>
            <a:rPr lang="fr-FR" dirty="0"/>
            <a:t>GMM</a:t>
          </a:r>
          <a:endParaRPr lang="en-US" dirty="0"/>
        </a:p>
      </dgm:t>
    </dgm:pt>
    <dgm:pt modelId="{FBE4CB2B-D130-4946-9630-5CED3F556222}" type="parTrans" cxnId="{5351F398-35E8-42DF-8614-C25A92CCD931}">
      <dgm:prSet/>
      <dgm:spPr/>
      <dgm:t>
        <a:bodyPr/>
        <a:lstStyle/>
        <a:p>
          <a:endParaRPr lang="en-US"/>
        </a:p>
      </dgm:t>
    </dgm:pt>
    <dgm:pt modelId="{27F88970-08E0-45A4-AAD2-51D3C1704DC3}" type="sibTrans" cxnId="{5351F398-35E8-42DF-8614-C25A92CCD931}">
      <dgm:prSet/>
      <dgm:spPr/>
      <dgm:t>
        <a:bodyPr/>
        <a:lstStyle/>
        <a:p>
          <a:endParaRPr lang="en-US"/>
        </a:p>
      </dgm:t>
    </dgm:pt>
    <dgm:pt modelId="{21293DC9-58FD-4430-9FE8-D3A6684A5265}">
      <dgm:prSet phldrT="[Texte]"/>
      <dgm:spPr/>
      <dgm:t>
        <a:bodyPr/>
        <a:lstStyle/>
        <a:p>
          <a:r>
            <a:rPr lang="fr-FR" dirty="0"/>
            <a:t>PCA</a:t>
          </a:r>
          <a:endParaRPr lang="en-US" dirty="0"/>
        </a:p>
      </dgm:t>
    </dgm:pt>
    <dgm:pt modelId="{DC4F042F-BA05-4A4D-BB65-2303C428552C}" type="parTrans" cxnId="{22078FAD-CFEF-4EF1-B35B-581F7535B76A}">
      <dgm:prSet/>
      <dgm:spPr/>
      <dgm:t>
        <a:bodyPr/>
        <a:lstStyle/>
        <a:p>
          <a:endParaRPr lang="en-US"/>
        </a:p>
      </dgm:t>
    </dgm:pt>
    <dgm:pt modelId="{915F8B8F-C2A4-427B-911D-0E02E9513196}" type="sibTrans" cxnId="{22078FAD-CFEF-4EF1-B35B-581F7535B76A}">
      <dgm:prSet/>
      <dgm:spPr/>
      <dgm:t>
        <a:bodyPr/>
        <a:lstStyle/>
        <a:p>
          <a:endParaRPr lang="en-US"/>
        </a:p>
      </dgm:t>
    </dgm:pt>
    <dgm:pt modelId="{6EBCA79A-0A03-4949-BEEF-5BE21A96FA72}" type="pres">
      <dgm:prSet presAssocID="{3CE5ED3D-40B4-49B2-A0E6-D2077B9B2DB0}" presName="linearFlow" presStyleCnt="0">
        <dgm:presLayoutVars>
          <dgm:dir/>
          <dgm:animLvl val="lvl"/>
          <dgm:resizeHandles val="exact"/>
        </dgm:presLayoutVars>
      </dgm:prSet>
      <dgm:spPr/>
    </dgm:pt>
    <dgm:pt modelId="{7AB1092E-86A7-4042-BDAD-9E5C3F67E6B4}" type="pres">
      <dgm:prSet presAssocID="{D8C7401B-1107-458B-837E-69444C463191}" presName="composite" presStyleCnt="0"/>
      <dgm:spPr/>
    </dgm:pt>
    <dgm:pt modelId="{E6C88B7A-86FF-4A58-B876-5F677F8FEAC4}" type="pres">
      <dgm:prSet presAssocID="{D8C7401B-1107-458B-837E-69444C463191}" presName="par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E0039197-DEE4-43BA-81C2-4E5769050D16}" type="pres">
      <dgm:prSet presAssocID="{D8C7401B-1107-458B-837E-69444C463191}" presName="parSh" presStyleLbl="node1" presStyleIdx="0" presStyleCnt="5" custLinFactNeighborX="978"/>
      <dgm:spPr/>
    </dgm:pt>
    <dgm:pt modelId="{C8FA46CC-7D20-4A2E-91E4-4EBE856496D7}" type="pres">
      <dgm:prSet presAssocID="{D8C7401B-1107-458B-837E-69444C463191}" presName="desTx" presStyleLbl="fgAcc1" presStyleIdx="0" presStyleCnt="5">
        <dgm:presLayoutVars>
          <dgm:bulletEnabled val="1"/>
        </dgm:presLayoutVars>
      </dgm:prSet>
      <dgm:spPr/>
    </dgm:pt>
    <dgm:pt modelId="{4F059184-ADAD-41E7-9F75-1CAB483F23B6}" type="pres">
      <dgm:prSet presAssocID="{9B07F093-31C9-4D46-9940-26DE5EB98CD2}" presName="sibTrans" presStyleLbl="sibTrans2D1" presStyleIdx="0" presStyleCnt="4"/>
      <dgm:spPr/>
    </dgm:pt>
    <dgm:pt modelId="{F2C26AF4-2C81-474E-B21A-C38D51FDFB12}" type="pres">
      <dgm:prSet presAssocID="{9B07F093-31C9-4D46-9940-26DE5EB98CD2}" presName="connTx" presStyleLbl="sibTrans2D1" presStyleIdx="0" presStyleCnt="4"/>
      <dgm:spPr/>
    </dgm:pt>
    <dgm:pt modelId="{53E63C9E-95D4-400D-8266-91080A258990}" type="pres">
      <dgm:prSet presAssocID="{2127D867-BE31-449A-9699-23698FF7553E}" presName="composite" presStyleCnt="0"/>
      <dgm:spPr/>
    </dgm:pt>
    <dgm:pt modelId="{5EFFD257-411D-4BE6-82C5-4C0638F8F4D2}" type="pres">
      <dgm:prSet presAssocID="{2127D867-BE31-449A-9699-23698FF7553E}" presName="par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94A58DC2-9600-47BD-9349-9FA33A1B8074}" type="pres">
      <dgm:prSet presAssocID="{2127D867-BE31-449A-9699-23698FF7553E}" presName="parSh" presStyleLbl="node1" presStyleIdx="1" presStyleCnt="5" custLinFactNeighborX="978"/>
      <dgm:spPr/>
    </dgm:pt>
    <dgm:pt modelId="{878EF815-8F21-406C-AF87-5C782900E1A7}" type="pres">
      <dgm:prSet presAssocID="{2127D867-BE31-449A-9699-23698FF7553E}" presName="desTx" presStyleLbl="fgAcc1" presStyleIdx="1" presStyleCnt="5">
        <dgm:presLayoutVars>
          <dgm:bulletEnabled val="1"/>
        </dgm:presLayoutVars>
      </dgm:prSet>
      <dgm:spPr/>
    </dgm:pt>
    <dgm:pt modelId="{84042F93-5D45-4AEB-987D-67D85B212F03}" type="pres">
      <dgm:prSet presAssocID="{02F86CCB-1E08-4CCD-8B49-52E04407FD3A}" presName="sibTrans" presStyleLbl="sibTrans2D1" presStyleIdx="1" presStyleCnt="4"/>
      <dgm:spPr/>
    </dgm:pt>
    <dgm:pt modelId="{E6CDBDE5-5A06-45E9-BD89-772CB61F4102}" type="pres">
      <dgm:prSet presAssocID="{02F86CCB-1E08-4CCD-8B49-52E04407FD3A}" presName="connTx" presStyleLbl="sibTrans2D1" presStyleIdx="1" presStyleCnt="4"/>
      <dgm:spPr/>
    </dgm:pt>
    <dgm:pt modelId="{FD28CEB2-A95F-4922-96AE-D89E96C7A028}" type="pres">
      <dgm:prSet presAssocID="{E9D9AF0A-03A2-400C-8D62-7FD014A580E3}" presName="composite" presStyleCnt="0"/>
      <dgm:spPr/>
    </dgm:pt>
    <dgm:pt modelId="{194D9B8A-1D16-4F2A-8DA3-965898AC0CB7}" type="pres">
      <dgm:prSet presAssocID="{E9D9AF0A-03A2-400C-8D62-7FD014A580E3}" presName="par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2C12FE64-C148-46CF-901F-081CBA511F68}" type="pres">
      <dgm:prSet presAssocID="{E9D9AF0A-03A2-400C-8D62-7FD014A580E3}" presName="parSh" presStyleLbl="node1" presStyleIdx="2" presStyleCnt="5" custLinFactNeighborX="978"/>
      <dgm:spPr/>
    </dgm:pt>
    <dgm:pt modelId="{CFAFC0F1-4F74-44E0-B935-67FEDB0B9936}" type="pres">
      <dgm:prSet presAssocID="{E9D9AF0A-03A2-400C-8D62-7FD014A580E3}" presName="desTx" presStyleLbl="fgAcc1" presStyleIdx="2" presStyleCnt="5">
        <dgm:presLayoutVars>
          <dgm:bulletEnabled val="1"/>
        </dgm:presLayoutVars>
      </dgm:prSet>
      <dgm:spPr/>
    </dgm:pt>
    <dgm:pt modelId="{BCC1DD08-4121-4F73-BE97-B9784C8D42EB}" type="pres">
      <dgm:prSet presAssocID="{B88B9E46-3167-48F1-B9F0-92C04F1EDDCD}" presName="sibTrans" presStyleLbl="sibTrans2D1" presStyleIdx="2" presStyleCnt="4" custScaleX="131583"/>
      <dgm:spPr/>
    </dgm:pt>
    <dgm:pt modelId="{2F80302F-3AAD-49DB-A00D-47FCF280D7B8}" type="pres">
      <dgm:prSet presAssocID="{B88B9E46-3167-48F1-B9F0-92C04F1EDDCD}" presName="connTx" presStyleLbl="sibTrans2D1" presStyleIdx="2" presStyleCnt="4"/>
      <dgm:spPr/>
    </dgm:pt>
    <dgm:pt modelId="{83EB9BBE-5DF4-4EF0-B3BE-22D410E9CA7C}" type="pres">
      <dgm:prSet presAssocID="{7C11516A-9937-4819-9A8A-258A6430816D}" presName="composite" presStyleCnt="0"/>
      <dgm:spPr/>
    </dgm:pt>
    <dgm:pt modelId="{EF1B4B1B-EE72-4B88-9082-F82B5F1A5868}" type="pres">
      <dgm:prSet presAssocID="{7C11516A-9937-4819-9A8A-258A6430816D}" presName="par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0564B863-7244-41E1-B9A7-A08E1ACFBDD7}" type="pres">
      <dgm:prSet presAssocID="{7C11516A-9937-4819-9A8A-258A6430816D}" presName="parSh" presStyleLbl="node1" presStyleIdx="3" presStyleCnt="5" custLinFactNeighborX="978"/>
      <dgm:spPr/>
    </dgm:pt>
    <dgm:pt modelId="{67FB3BBE-E202-487D-BD76-DD3F6D3F5F8C}" type="pres">
      <dgm:prSet presAssocID="{7C11516A-9937-4819-9A8A-258A6430816D}" presName="desTx" presStyleLbl="fgAcc1" presStyleIdx="3" presStyleCnt="5">
        <dgm:presLayoutVars>
          <dgm:bulletEnabled val="1"/>
        </dgm:presLayoutVars>
      </dgm:prSet>
      <dgm:spPr/>
    </dgm:pt>
    <dgm:pt modelId="{C44A358E-C949-4500-9987-710790D9A669}" type="pres">
      <dgm:prSet presAssocID="{D4915C26-F969-49EF-BF90-241F890B8840}" presName="sibTrans" presStyleLbl="sibTrans2D1" presStyleIdx="3" presStyleCnt="4"/>
      <dgm:spPr/>
    </dgm:pt>
    <dgm:pt modelId="{09CDEA0B-6279-44A5-99AA-5B0BDEE4E3A0}" type="pres">
      <dgm:prSet presAssocID="{D4915C26-F969-49EF-BF90-241F890B8840}" presName="connTx" presStyleLbl="sibTrans2D1" presStyleIdx="3" presStyleCnt="4"/>
      <dgm:spPr/>
    </dgm:pt>
    <dgm:pt modelId="{F0D9F90E-5D91-4580-9711-609AF1051313}" type="pres">
      <dgm:prSet presAssocID="{73DD6E8E-09EA-4C4E-B45B-0825CB59D318}" presName="composite" presStyleCnt="0"/>
      <dgm:spPr/>
    </dgm:pt>
    <dgm:pt modelId="{0E1BFBE7-33EA-4AAA-81BE-3C981B97A11C}" type="pres">
      <dgm:prSet presAssocID="{73DD6E8E-09EA-4C4E-B45B-0825CB59D318}" presName="par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2729B21F-E991-4204-A16E-9EE6CDBD8032}" type="pres">
      <dgm:prSet presAssocID="{73DD6E8E-09EA-4C4E-B45B-0825CB59D318}" presName="parSh" presStyleLbl="node1" presStyleIdx="4" presStyleCnt="5"/>
      <dgm:spPr/>
    </dgm:pt>
    <dgm:pt modelId="{E55327C6-F631-4584-8249-73C213519779}" type="pres">
      <dgm:prSet presAssocID="{73DD6E8E-09EA-4C4E-B45B-0825CB59D318}" presName="desTx" presStyleLbl="fgAcc1" presStyleIdx="4" presStyleCnt="5">
        <dgm:presLayoutVars>
          <dgm:bulletEnabled val="1"/>
        </dgm:presLayoutVars>
      </dgm:prSet>
      <dgm:spPr/>
    </dgm:pt>
  </dgm:ptLst>
  <dgm:cxnLst>
    <dgm:cxn modelId="{2E36DE02-C523-469E-BA12-8C18470ECFC1}" type="presOf" srcId="{310E6CFA-76EE-4CB9-AC56-4B39AEB6C1D1}" destId="{CFAFC0F1-4F74-44E0-B935-67FEDB0B9936}" srcOrd="0" destOrd="0" presId="urn:microsoft.com/office/officeart/2005/8/layout/process3"/>
    <dgm:cxn modelId="{2889130C-AC2A-4772-B5A0-99A75C7CAF08}" type="presOf" srcId="{E9D9AF0A-03A2-400C-8D62-7FD014A580E3}" destId="{2C12FE64-C148-46CF-901F-081CBA511F68}" srcOrd="1" destOrd="0" presId="urn:microsoft.com/office/officeart/2005/8/layout/process3"/>
    <dgm:cxn modelId="{39640D0F-3FD3-4F4E-936C-5E99D16A12ED}" type="presOf" srcId="{D4915C26-F969-49EF-BF90-241F890B8840}" destId="{09CDEA0B-6279-44A5-99AA-5B0BDEE4E3A0}" srcOrd="1" destOrd="0" presId="urn:microsoft.com/office/officeart/2005/8/layout/process3"/>
    <dgm:cxn modelId="{FC47121D-CB64-446F-9709-395AEE27AEA7}" type="presOf" srcId="{6B5614B3-3BC0-437C-902E-03169ECB2EC5}" destId="{C8FA46CC-7D20-4A2E-91E4-4EBE856496D7}" srcOrd="0" destOrd="0" presId="urn:microsoft.com/office/officeart/2005/8/layout/process3"/>
    <dgm:cxn modelId="{DBA0E821-87C0-4A54-B65B-DAE12142AF35}" srcId="{D8C7401B-1107-458B-837E-69444C463191}" destId="{6B5614B3-3BC0-437C-902E-03169ECB2EC5}" srcOrd="0" destOrd="0" parTransId="{6E52F844-33BD-4094-85E9-A27C9D604600}" sibTransId="{C523C919-5C59-4AE1-B766-964401418325}"/>
    <dgm:cxn modelId="{CDBABE24-EABB-47DD-BAE8-D1C31752723E}" type="presOf" srcId="{0C477219-73EA-479E-BFA8-B29AE140D4A8}" destId="{67FB3BBE-E202-487D-BD76-DD3F6D3F5F8C}" srcOrd="0" destOrd="1" presId="urn:microsoft.com/office/officeart/2005/8/layout/process3"/>
    <dgm:cxn modelId="{994B062A-6024-48A6-8A8F-571D54C72797}" type="presOf" srcId="{A4CBA8E0-4282-4DEC-8874-8DCFB690ECFB}" destId="{C8FA46CC-7D20-4A2E-91E4-4EBE856496D7}" srcOrd="0" destOrd="1" presId="urn:microsoft.com/office/officeart/2005/8/layout/process3"/>
    <dgm:cxn modelId="{E181442A-61F7-42E1-8BB0-8556FAA9AE35}" type="presOf" srcId="{26F4F38F-20D2-4DAF-91F4-F0B281D77F08}" destId="{878EF815-8F21-406C-AF87-5C782900E1A7}" srcOrd="0" destOrd="1" presId="urn:microsoft.com/office/officeart/2005/8/layout/process3"/>
    <dgm:cxn modelId="{115BDD34-EAC2-4376-BB4D-3D56C39A06E5}" type="presOf" srcId="{E9D9AF0A-03A2-400C-8D62-7FD014A580E3}" destId="{194D9B8A-1D16-4F2A-8DA3-965898AC0CB7}" srcOrd="0" destOrd="0" presId="urn:microsoft.com/office/officeart/2005/8/layout/process3"/>
    <dgm:cxn modelId="{4089603C-6BFE-4453-A7E1-96F882192484}" srcId="{2127D867-BE31-449A-9699-23698FF7553E}" destId="{26F4F38F-20D2-4DAF-91F4-F0B281D77F08}" srcOrd="1" destOrd="0" parTransId="{F64432C0-BAB0-4171-ACB3-6427E92C40A1}" sibTransId="{F02BD39E-0BD6-4DEE-BFA9-0F72A2E5C826}"/>
    <dgm:cxn modelId="{B576EE40-D3D8-4261-9051-EDB50F4F5918}" type="presOf" srcId="{D4915C26-F969-49EF-BF90-241F890B8840}" destId="{C44A358E-C949-4500-9987-710790D9A669}" srcOrd="0" destOrd="0" presId="urn:microsoft.com/office/officeart/2005/8/layout/process3"/>
    <dgm:cxn modelId="{E234965D-A807-4AE7-B39A-0639CC4F5E4B}" type="presOf" srcId="{02F86CCB-1E08-4CCD-8B49-52E04407FD3A}" destId="{84042F93-5D45-4AEB-987D-67D85B212F03}" srcOrd="0" destOrd="0" presId="urn:microsoft.com/office/officeart/2005/8/layout/process3"/>
    <dgm:cxn modelId="{536E2D66-74FC-4511-A154-3D59D7FC4B18}" type="presOf" srcId="{02F86CCB-1E08-4CCD-8B49-52E04407FD3A}" destId="{E6CDBDE5-5A06-45E9-BD89-772CB61F4102}" srcOrd="1" destOrd="0" presId="urn:microsoft.com/office/officeart/2005/8/layout/process3"/>
    <dgm:cxn modelId="{431C7D66-308F-4441-93CF-28CC9E8B6BB5}" type="presOf" srcId="{9B07F093-31C9-4D46-9940-26DE5EB98CD2}" destId="{4F059184-ADAD-41E7-9F75-1CAB483F23B6}" srcOrd="0" destOrd="0" presId="urn:microsoft.com/office/officeart/2005/8/layout/process3"/>
    <dgm:cxn modelId="{28448947-358D-45CF-83D8-FBF68F7750E9}" srcId="{7C11516A-9937-4819-9A8A-258A6430816D}" destId="{0C477219-73EA-479E-BFA8-B29AE140D4A8}" srcOrd="1" destOrd="0" parTransId="{E0DC5844-BBBE-4202-B207-F3AB150419B5}" sibTransId="{974E5536-1D25-4705-920C-450E7CA07F07}"/>
    <dgm:cxn modelId="{BDA2A447-D058-48FF-B327-A6D72DEE59B1}" type="presOf" srcId="{7C11516A-9937-4819-9A8A-258A6430816D}" destId="{EF1B4B1B-EE72-4B88-9082-F82B5F1A5868}" srcOrd="0" destOrd="0" presId="urn:microsoft.com/office/officeart/2005/8/layout/process3"/>
    <dgm:cxn modelId="{5A9D174B-F45F-49A8-91E4-9036DED86F48}" type="presOf" srcId="{9F5B7A23-1E1F-4318-B7B2-3031B0A34FE4}" destId="{67FB3BBE-E202-487D-BD76-DD3F6D3F5F8C}" srcOrd="0" destOrd="3" presId="urn:microsoft.com/office/officeart/2005/8/layout/process3"/>
    <dgm:cxn modelId="{D781944E-71CF-4A81-9C74-EBA1E3B1ACE0}" srcId="{E9D9AF0A-03A2-400C-8D62-7FD014A580E3}" destId="{310E6CFA-76EE-4CB9-AC56-4B39AEB6C1D1}" srcOrd="0" destOrd="0" parTransId="{C5534310-FEDB-4C87-A3AB-5ECF42EC4348}" sibTransId="{E062B4F2-1B16-4CAA-B4FC-83C8A110B2D1}"/>
    <dgm:cxn modelId="{90C8C575-A20E-4E7F-B853-CEECA505EE6B}" type="presOf" srcId="{21293DC9-58FD-4430-9FE8-D3A6684A5265}" destId="{CFAFC0F1-4F74-44E0-B935-67FEDB0B9936}" srcOrd="0" destOrd="1" presId="urn:microsoft.com/office/officeart/2005/8/layout/process3"/>
    <dgm:cxn modelId="{5064BF57-4417-4E9D-B4E9-0D94F5D4A128}" type="presOf" srcId="{50449392-9428-4A8F-83DF-BC6788B04E21}" destId="{E55327C6-F631-4584-8249-73C213519779}" srcOrd="0" destOrd="1" presId="urn:microsoft.com/office/officeart/2005/8/layout/process3"/>
    <dgm:cxn modelId="{4B23F477-AD6A-4445-9DBC-6D6EA44987A1}" type="presOf" srcId="{73DD6E8E-09EA-4C4E-B45B-0825CB59D318}" destId="{0E1BFBE7-33EA-4AAA-81BE-3C981B97A11C}" srcOrd="0" destOrd="0" presId="urn:microsoft.com/office/officeart/2005/8/layout/process3"/>
    <dgm:cxn modelId="{6743397A-2773-4438-9D31-DA52A3E99025}" type="presOf" srcId="{1B72E089-E1E6-4673-91A2-F5CE467BA819}" destId="{67FB3BBE-E202-487D-BD76-DD3F6D3F5F8C}" srcOrd="0" destOrd="2" presId="urn:microsoft.com/office/officeart/2005/8/layout/process3"/>
    <dgm:cxn modelId="{233E6E80-F894-4E86-A94D-7E960F5C0C12}" type="presOf" srcId="{9B07F093-31C9-4D46-9940-26DE5EB98CD2}" destId="{F2C26AF4-2C81-474E-B21A-C38D51FDFB12}" srcOrd="1" destOrd="0" presId="urn:microsoft.com/office/officeart/2005/8/layout/process3"/>
    <dgm:cxn modelId="{044F2681-C146-46E8-89C0-EF9338B003AD}" type="presOf" srcId="{5C2CAB43-D885-4545-A1B5-88273D6A2090}" destId="{E55327C6-F631-4584-8249-73C213519779}" srcOrd="0" destOrd="0" presId="urn:microsoft.com/office/officeart/2005/8/layout/process3"/>
    <dgm:cxn modelId="{5302E981-36AB-4607-98AC-A2B7CD15CA09}" type="presOf" srcId="{B88B9E46-3167-48F1-B9F0-92C04F1EDDCD}" destId="{2F80302F-3AAD-49DB-A00D-47FCF280D7B8}" srcOrd="1" destOrd="0" presId="urn:microsoft.com/office/officeart/2005/8/layout/process3"/>
    <dgm:cxn modelId="{135A1D8B-4364-4EF1-A36A-081978413F63}" type="presOf" srcId="{73DD6E8E-09EA-4C4E-B45B-0825CB59D318}" destId="{2729B21F-E991-4204-A16E-9EE6CDBD8032}" srcOrd="1" destOrd="0" presId="urn:microsoft.com/office/officeart/2005/8/layout/process3"/>
    <dgm:cxn modelId="{1F6C148E-379E-4D8C-B449-AE17F7AEB2E2}" srcId="{3CE5ED3D-40B4-49B2-A0E6-D2077B9B2DB0}" destId="{2127D867-BE31-449A-9699-23698FF7553E}" srcOrd="1" destOrd="0" parTransId="{CD6B118D-2BDB-4D74-8E37-C590545B4B99}" sibTransId="{02F86CCB-1E08-4CCD-8B49-52E04407FD3A}"/>
    <dgm:cxn modelId="{3CD9FF93-4AF2-4A86-BCD2-7BEA9FF13D5E}" type="presOf" srcId="{2127D867-BE31-449A-9699-23698FF7553E}" destId="{5EFFD257-411D-4BE6-82C5-4C0638F8F4D2}" srcOrd="0" destOrd="0" presId="urn:microsoft.com/office/officeart/2005/8/layout/process3"/>
    <dgm:cxn modelId="{57CA0A95-6C9B-461D-A9FF-D0FC523EC955}" type="presOf" srcId="{BE022753-7F43-427D-9CEC-88C137275989}" destId="{67FB3BBE-E202-487D-BD76-DD3F6D3F5F8C}" srcOrd="0" destOrd="0" presId="urn:microsoft.com/office/officeart/2005/8/layout/process3"/>
    <dgm:cxn modelId="{5351F398-35E8-42DF-8614-C25A92CCD931}" srcId="{7C11516A-9937-4819-9A8A-258A6430816D}" destId="{1B72E089-E1E6-4673-91A2-F5CE467BA819}" srcOrd="2" destOrd="0" parTransId="{FBE4CB2B-D130-4946-9630-5CED3F556222}" sibTransId="{27F88970-08E0-45A4-AAD2-51D3C1704DC3}"/>
    <dgm:cxn modelId="{FA4214A4-BECD-45E8-B598-F41755B9654E}" srcId="{73DD6E8E-09EA-4C4E-B45B-0825CB59D318}" destId="{50449392-9428-4A8F-83DF-BC6788B04E21}" srcOrd="1" destOrd="0" parTransId="{BA039285-FFB8-4D76-BD2B-AE8E09DA2F7C}" sibTransId="{C76CB2D7-78FE-4D89-BB9E-7CDA52A1E0F5}"/>
    <dgm:cxn modelId="{78185BAD-95A5-4C7C-8FEF-09CA0285067E}" type="presOf" srcId="{D8C7401B-1107-458B-837E-69444C463191}" destId="{E0039197-DEE4-43BA-81C2-4E5769050D16}" srcOrd="1" destOrd="0" presId="urn:microsoft.com/office/officeart/2005/8/layout/process3"/>
    <dgm:cxn modelId="{E6B47DAD-F255-4E14-B451-D9AE2604B2E0}" type="presOf" srcId="{2127D867-BE31-449A-9699-23698FF7553E}" destId="{94A58DC2-9600-47BD-9349-9FA33A1B8074}" srcOrd="1" destOrd="0" presId="urn:microsoft.com/office/officeart/2005/8/layout/process3"/>
    <dgm:cxn modelId="{22078FAD-CFEF-4EF1-B35B-581F7535B76A}" srcId="{E9D9AF0A-03A2-400C-8D62-7FD014A580E3}" destId="{21293DC9-58FD-4430-9FE8-D3A6684A5265}" srcOrd="1" destOrd="0" parTransId="{DC4F042F-BA05-4A4D-BB65-2303C428552C}" sibTransId="{915F8B8F-C2A4-427B-911D-0E02E9513196}"/>
    <dgm:cxn modelId="{2CBD6FB4-B28D-4FC3-A0D9-072850BE90B8}" srcId="{3CE5ED3D-40B4-49B2-A0E6-D2077B9B2DB0}" destId="{73DD6E8E-09EA-4C4E-B45B-0825CB59D318}" srcOrd="4" destOrd="0" parTransId="{42002367-AB8A-4A4B-A096-121D25DDDCA0}" sibTransId="{5F149FFC-70E9-4922-9CCB-E91693580FF9}"/>
    <dgm:cxn modelId="{134B65B5-7E51-40AF-8BE7-922CE6AE9FFD}" srcId="{D8C7401B-1107-458B-837E-69444C463191}" destId="{A4CBA8E0-4282-4DEC-8874-8DCFB690ECFB}" srcOrd="1" destOrd="0" parTransId="{6BF2CFEA-4E50-4144-91C7-A6B76BB26CCB}" sibTransId="{51B06AF9-E22C-47A6-AC7F-F7F23E573866}"/>
    <dgm:cxn modelId="{32AFCCB5-BE53-42E3-A832-26B46C742451}" type="presOf" srcId="{3CE5ED3D-40B4-49B2-A0E6-D2077B9B2DB0}" destId="{6EBCA79A-0A03-4949-BEEF-5BE21A96FA72}" srcOrd="0" destOrd="0" presId="urn:microsoft.com/office/officeart/2005/8/layout/process3"/>
    <dgm:cxn modelId="{638A7BBA-93FD-4BF8-B3A2-A06C7CB29565}" srcId="{3CE5ED3D-40B4-49B2-A0E6-D2077B9B2DB0}" destId="{E9D9AF0A-03A2-400C-8D62-7FD014A580E3}" srcOrd="2" destOrd="0" parTransId="{EDBF4B07-B7F4-4619-8F40-12F361B5EF2B}" sibTransId="{B88B9E46-3167-48F1-B9F0-92C04F1EDDCD}"/>
    <dgm:cxn modelId="{A20D71BC-1573-480D-A26E-53C8EDCF87C2}" srcId="{73DD6E8E-09EA-4C4E-B45B-0825CB59D318}" destId="{5C2CAB43-D885-4545-A1B5-88273D6A2090}" srcOrd="0" destOrd="0" parTransId="{2E150D84-7885-4076-A416-383033F08E0F}" sibTransId="{31A6DFBA-0985-499E-93E1-C013E0A2CFC7}"/>
    <dgm:cxn modelId="{83AB3EC0-EBBB-4D97-BF6F-0C6EB5DA7DAE}" type="presOf" srcId="{F2BD3B72-FA65-4AB0-9267-9A72585622BB}" destId="{878EF815-8F21-406C-AF87-5C782900E1A7}" srcOrd="0" destOrd="0" presId="urn:microsoft.com/office/officeart/2005/8/layout/process3"/>
    <dgm:cxn modelId="{3998F8CA-8A53-4E61-9D1A-D4DDF77CA5D5}" srcId="{7C11516A-9937-4819-9A8A-258A6430816D}" destId="{9F5B7A23-1E1F-4318-B7B2-3031B0A34FE4}" srcOrd="3" destOrd="0" parTransId="{40DEAB66-3900-4D2D-AE37-FCC64F0C6898}" sibTransId="{CD5C6DD2-2C78-46C6-9FCA-FEE9C24AE98F}"/>
    <dgm:cxn modelId="{E2309ECB-F1E1-4771-B7C5-DA279EA62324}" type="presOf" srcId="{D8C7401B-1107-458B-837E-69444C463191}" destId="{E6C88B7A-86FF-4A58-B876-5F677F8FEAC4}" srcOrd="0" destOrd="0" presId="urn:microsoft.com/office/officeart/2005/8/layout/process3"/>
    <dgm:cxn modelId="{82F886CD-BD50-4CBD-8BAB-446B0973972C}" srcId="{7C11516A-9937-4819-9A8A-258A6430816D}" destId="{BE022753-7F43-427D-9CEC-88C137275989}" srcOrd="0" destOrd="0" parTransId="{DD4284D6-8C88-41EB-BEBF-4BFA79C88F88}" sibTransId="{3D67C510-B163-46DB-9E24-DA7395D8DDDA}"/>
    <dgm:cxn modelId="{EBD337D1-8455-4F43-B867-EC6AB4D1AA78}" type="presOf" srcId="{7C11516A-9937-4819-9A8A-258A6430816D}" destId="{0564B863-7244-41E1-B9A7-A08E1ACFBDD7}" srcOrd="1" destOrd="0" presId="urn:microsoft.com/office/officeart/2005/8/layout/process3"/>
    <dgm:cxn modelId="{2F7BA8E4-32F1-4DDB-BAFF-FF40B446AF3F}" srcId="{2127D867-BE31-449A-9699-23698FF7553E}" destId="{F2BD3B72-FA65-4AB0-9267-9A72585622BB}" srcOrd="0" destOrd="0" parTransId="{AB728CEF-A18F-4393-9740-58DD1FB12AAB}" sibTransId="{8CB4282C-044B-463A-A988-86D872020D5F}"/>
    <dgm:cxn modelId="{222E8EE5-228F-424F-A738-BE9C20077763}" srcId="{3CE5ED3D-40B4-49B2-A0E6-D2077B9B2DB0}" destId="{D8C7401B-1107-458B-837E-69444C463191}" srcOrd="0" destOrd="0" parTransId="{FE149304-4598-4502-AA9E-F3F176A086CD}" sibTransId="{9B07F093-31C9-4D46-9940-26DE5EB98CD2}"/>
    <dgm:cxn modelId="{12ACAFE6-8FC1-48D6-9856-1C480D350D09}" srcId="{3CE5ED3D-40B4-49B2-A0E6-D2077B9B2DB0}" destId="{7C11516A-9937-4819-9A8A-258A6430816D}" srcOrd="3" destOrd="0" parTransId="{E2CBBCD6-642F-44E9-A66C-719492FEF561}" sibTransId="{D4915C26-F969-49EF-BF90-241F890B8840}"/>
    <dgm:cxn modelId="{EF3A7CE8-667B-42C6-B0C7-3519725075ED}" type="presOf" srcId="{B88B9E46-3167-48F1-B9F0-92C04F1EDDCD}" destId="{BCC1DD08-4121-4F73-BE97-B9784C8D42EB}" srcOrd="0" destOrd="0" presId="urn:microsoft.com/office/officeart/2005/8/layout/process3"/>
    <dgm:cxn modelId="{4BB56550-55F8-4D1B-A090-9C1EE6B4C8B5}" type="presParOf" srcId="{6EBCA79A-0A03-4949-BEEF-5BE21A96FA72}" destId="{7AB1092E-86A7-4042-BDAD-9E5C3F67E6B4}" srcOrd="0" destOrd="0" presId="urn:microsoft.com/office/officeart/2005/8/layout/process3"/>
    <dgm:cxn modelId="{4F622FB4-8586-4100-BF84-9ADC55541B39}" type="presParOf" srcId="{7AB1092E-86A7-4042-BDAD-9E5C3F67E6B4}" destId="{E6C88B7A-86FF-4A58-B876-5F677F8FEAC4}" srcOrd="0" destOrd="0" presId="urn:microsoft.com/office/officeart/2005/8/layout/process3"/>
    <dgm:cxn modelId="{C822A731-FC03-4DF1-9B2F-FE797DA9A0C6}" type="presParOf" srcId="{7AB1092E-86A7-4042-BDAD-9E5C3F67E6B4}" destId="{E0039197-DEE4-43BA-81C2-4E5769050D16}" srcOrd="1" destOrd="0" presId="urn:microsoft.com/office/officeart/2005/8/layout/process3"/>
    <dgm:cxn modelId="{CA56D2AE-AECC-4C8A-93B0-64C168776050}" type="presParOf" srcId="{7AB1092E-86A7-4042-BDAD-9E5C3F67E6B4}" destId="{C8FA46CC-7D20-4A2E-91E4-4EBE856496D7}" srcOrd="2" destOrd="0" presId="urn:microsoft.com/office/officeart/2005/8/layout/process3"/>
    <dgm:cxn modelId="{131994EF-CE30-43CB-967B-4DCDAB719F4C}" type="presParOf" srcId="{6EBCA79A-0A03-4949-BEEF-5BE21A96FA72}" destId="{4F059184-ADAD-41E7-9F75-1CAB483F23B6}" srcOrd="1" destOrd="0" presId="urn:microsoft.com/office/officeart/2005/8/layout/process3"/>
    <dgm:cxn modelId="{DC8D8DC1-A095-4679-B643-185361D78AAF}" type="presParOf" srcId="{4F059184-ADAD-41E7-9F75-1CAB483F23B6}" destId="{F2C26AF4-2C81-474E-B21A-C38D51FDFB12}" srcOrd="0" destOrd="0" presId="urn:microsoft.com/office/officeart/2005/8/layout/process3"/>
    <dgm:cxn modelId="{02A9DD96-9AF1-4EF8-98CB-2D3072083518}" type="presParOf" srcId="{6EBCA79A-0A03-4949-BEEF-5BE21A96FA72}" destId="{53E63C9E-95D4-400D-8266-91080A258990}" srcOrd="2" destOrd="0" presId="urn:microsoft.com/office/officeart/2005/8/layout/process3"/>
    <dgm:cxn modelId="{436A0589-4CE5-4FD7-8229-46122CDFACA7}" type="presParOf" srcId="{53E63C9E-95D4-400D-8266-91080A258990}" destId="{5EFFD257-411D-4BE6-82C5-4C0638F8F4D2}" srcOrd="0" destOrd="0" presId="urn:microsoft.com/office/officeart/2005/8/layout/process3"/>
    <dgm:cxn modelId="{9F487752-1A62-4B65-9089-F8DC070C5589}" type="presParOf" srcId="{53E63C9E-95D4-400D-8266-91080A258990}" destId="{94A58DC2-9600-47BD-9349-9FA33A1B8074}" srcOrd="1" destOrd="0" presId="urn:microsoft.com/office/officeart/2005/8/layout/process3"/>
    <dgm:cxn modelId="{059F53A1-06B8-46DF-9787-DFE17BD10F97}" type="presParOf" srcId="{53E63C9E-95D4-400D-8266-91080A258990}" destId="{878EF815-8F21-406C-AF87-5C782900E1A7}" srcOrd="2" destOrd="0" presId="urn:microsoft.com/office/officeart/2005/8/layout/process3"/>
    <dgm:cxn modelId="{B1963569-57B7-40AB-9C89-C3167E9E8BAE}" type="presParOf" srcId="{6EBCA79A-0A03-4949-BEEF-5BE21A96FA72}" destId="{84042F93-5D45-4AEB-987D-67D85B212F03}" srcOrd="3" destOrd="0" presId="urn:microsoft.com/office/officeart/2005/8/layout/process3"/>
    <dgm:cxn modelId="{540253A7-4D9F-4B79-A83C-27214FCDC533}" type="presParOf" srcId="{84042F93-5D45-4AEB-987D-67D85B212F03}" destId="{E6CDBDE5-5A06-45E9-BD89-772CB61F4102}" srcOrd="0" destOrd="0" presId="urn:microsoft.com/office/officeart/2005/8/layout/process3"/>
    <dgm:cxn modelId="{B512DCE7-C166-4AAF-AC32-361008798674}" type="presParOf" srcId="{6EBCA79A-0A03-4949-BEEF-5BE21A96FA72}" destId="{FD28CEB2-A95F-4922-96AE-D89E96C7A028}" srcOrd="4" destOrd="0" presId="urn:microsoft.com/office/officeart/2005/8/layout/process3"/>
    <dgm:cxn modelId="{5E84B6CE-5865-478A-A0A0-97AC37339F44}" type="presParOf" srcId="{FD28CEB2-A95F-4922-96AE-D89E96C7A028}" destId="{194D9B8A-1D16-4F2A-8DA3-965898AC0CB7}" srcOrd="0" destOrd="0" presId="urn:microsoft.com/office/officeart/2005/8/layout/process3"/>
    <dgm:cxn modelId="{9E7064A6-3027-4987-8300-B41E7E402336}" type="presParOf" srcId="{FD28CEB2-A95F-4922-96AE-D89E96C7A028}" destId="{2C12FE64-C148-46CF-901F-081CBA511F68}" srcOrd="1" destOrd="0" presId="urn:microsoft.com/office/officeart/2005/8/layout/process3"/>
    <dgm:cxn modelId="{4CDD95EE-974D-4BA2-904E-44298AE47149}" type="presParOf" srcId="{FD28CEB2-A95F-4922-96AE-D89E96C7A028}" destId="{CFAFC0F1-4F74-44E0-B935-67FEDB0B9936}" srcOrd="2" destOrd="0" presId="urn:microsoft.com/office/officeart/2005/8/layout/process3"/>
    <dgm:cxn modelId="{55A411B8-C569-4489-A49F-442313D92E43}" type="presParOf" srcId="{6EBCA79A-0A03-4949-BEEF-5BE21A96FA72}" destId="{BCC1DD08-4121-4F73-BE97-B9784C8D42EB}" srcOrd="5" destOrd="0" presId="urn:microsoft.com/office/officeart/2005/8/layout/process3"/>
    <dgm:cxn modelId="{51AE3131-F2DC-4C82-92F8-8F3318D75406}" type="presParOf" srcId="{BCC1DD08-4121-4F73-BE97-B9784C8D42EB}" destId="{2F80302F-3AAD-49DB-A00D-47FCF280D7B8}" srcOrd="0" destOrd="0" presId="urn:microsoft.com/office/officeart/2005/8/layout/process3"/>
    <dgm:cxn modelId="{FECC5A95-D6D8-4C76-8521-4B72F3EE19B6}" type="presParOf" srcId="{6EBCA79A-0A03-4949-BEEF-5BE21A96FA72}" destId="{83EB9BBE-5DF4-4EF0-B3BE-22D410E9CA7C}" srcOrd="6" destOrd="0" presId="urn:microsoft.com/office/officeart/2005/8/layout/process3"/>
    <dgm:cxn modelId="{7036906D-867E-4E23-B350-EF2231F0E760}" type="presParOf" srcId="{83EB9BBE-5DF4-4EF0-B3BE-22D410E9CA7C}" destId="{EF1B4B1B-EE72-4B88-9082-F82B5F1A5868}" srcOrd="0" destOrd="0" presId="urn:microsoft.com/office/officeart/2005/8/layout/process3"/>
    <dgm:cxn modelId="{607DC456-36DD-4CAF-BB2F-271A03D43117}" type="presParOf" srcId="{83EB9BBE-5DF4-4EF0-B3BE-22D410E9CA7C}" destId="{0564B863-7244-41E1-B9A7-A08E1ACFBDD7}" srcOrd="1" destOrd="0" presId="urn:microsoft.com/office/officeart/2005/8/layout/process3"/>
    <dgm:cxn modelId="{78348C39-2F4F-4870-A4D9-B3FB6D60C0DC}" type="presParOf" srcId="{83EB9BBE-5DF4-4EF0-B3BE-22D410E9CA7C}" destId="{67FB3BBE-E202-487D-BD76-DD3F6D3F5F8C}" srcOrd="2" destOrd="0" presId="urn:microsoft.com/office/officeart/2005/8/layout/process3"/>
    <dgm:cxn modelId="{58A0A0C6-9976-4553-BD92-7EA938C0BDC2}" type="presParOf" srcId="{6EBCA79A-0A03-4949-BEEF-5BE21A96FA72}" destId="{C44A358E-C949-4500-9987-710790D9A669}" srcOrd="7" destOrd="0" presId="urn:microsoft.com/office/officeart/2005/8/layout/process3"/>
    <dgm:cxn modelId="{B0D066C2-43C9-4FF9-AE21-CF39571A7BF2}" type="presParOf" srcId="{C44A358E-C949-4500-9987-710790D9A669}" destId="{09CDEA0B-6279-44A5-99AA-5B0BDEE4E3A0}" srcOrd="0" destOrd="0" presId="urn:microsoft.com/office/officeart/2005/8/layout/process3"/>
    <dgm:cxn modelId="{C87DD4D9-468E-49CE-8400-78C6304197D8}" type="presParOf" srcId="{6EBCA79A-0A03-4949-BEEF-5BE21A96FA72}" destId="{F0D9F90E-5D91-4580-9711-609AF1051313}" srcOrd="8" destOrd="0" presId="urn:microsoft.com/office/officeart/2005/8/layout/process3"/>
    <dgm:cxn modelId="{4A80E0AB-5152-45FB-95F3-AC95657EEA2B}" type="presParOf" srcId="{F0D9F90E-5D91-4580-9711-609AF1051313}" destId="{0E1BFBE7-33EA-4AAA-81BE-3C981B97A11C}" srcOrd="0" destOrd="0" presId="urn:microsoft.com/office/officeart/2005/8/layout/process3"/>
    <dgm:cxn modelId="{D1DDEFB1-8166-4498-9611-E770F68ED858}" type="presParOf" srcId="{F0D9F90E-5D91-4580-9711-609AF1051313}" destId="{2729B21F-E991-4204-A16E-9EE6CDBD8032}" srcOrd="1" destOrd="0" presId="urn:microsoft.com/office/officeart/2005/8/layout/process3"/>
    <dgm:cxn modelId="{68E9FF8A-2491-4592-B158-7CBB43AEB8EC}" type="presParOf" srcId="{F0D9F90E-5D91-4580-9711-609AF1051313}" destId="{E55327C6-F631-4584-8249-73C213519779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CE5ED3D-40B4-49B2-A0E6-D2077B9B2DB0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</dgm:pt>
    <dgm:pt modelId="{73DD6E8E-09EA-4C4E-B45B-0825CB59D318}">
      <dgm:prSet phldrT="[Texte]" custT="1"/>
      <dgm:spPr/>
      <dgm:t>
        <a:bodyPr/>
        <a:lstStyle/>
        <a:p>
          <a:r>
            <a:rPr lang="fr-FR" sz="1400" dirty="0"/>
            <a:t>CNN</a:t>
          </a:r>
          <a:endParaRPr lang="en-US" sz="1400" dirty="0"/>
        </a:p>
      </dgm:t>
    </dgm:pt>
    <dgm:pt modelId="{42002367-AB8A-4A4B-A096-121D25DDDCA0}" type="parTrans" cxnId="{2CBD6FB4-B28D-4FC3-A0D9-072850BE90B8}">
      <dgm:prSet/>
      <dgm:spPr/>
      <dgm:t>
        <a:bodyPr/>
        <a:lstStyle/>
        <a:p>
          <a:endParaRPr lang="en-US"/>
        </a:p>
      </dgm:t>
    </dgm:pt>
    <dgm:pt modelId="{5F149FFC-70E9-4922-9CCB-E91693580FF9}" type="sibTrans" cxnId="{2CBD6FB4-B28D-4FC3-A0D9-072850BE90B8}">
      <dgm:prSet/>
      <dgm:spPr/>
      <dgm:t>
        <a:bodyPr/>
        <a:lstStyle/>
        <a:p>
          <a:endParaRPr lang="en-US"/>
        </a:p>
      </dgm:t>
    </dgm:pt>
    <dgm:pt modelId="{5C2CAB43-D885-4545-A1B5-88273D6A2090}">
      <dgm:prSet phldrT="[Texte]" custT="1"/>
      <dgm:spPr/>
      <dgm:t>
        <a:bodyPr/>
        <a:lstStyle/>
        <a:p>
          <a:r>
            <a:rPr lang="fr-FR" sz="1300" dirty="0"/>
            <a:t>Sur labels forts</a:t>
          </a:r>
          <a:endParaRPr lang="en-US" sz="1300" dirty="0"/>
        </a:p>
      </dgm:t>
    </dgm:pt>
    <dgm:pt modelId="{2E150D84-7885-4076-A416-383033F08E0F}" type="parTrans" cxnId="{A20D71BC-1573-480D-A26E-53C8EDCF87C2}">
      <dgm:prSet/>
      <dgm:spPr/>
      <dgm:t>
        <a:bodyPr/>
        <a:lstStyle/>
        <a:p>
          <a:endParaRPr lang="en-US"/>
        </a:p>
      </dgm:t>
    </dgm:pt>
    <dgm:pt modelId="{31A6DFBA-0985-499E-93E1-C013E0A2CFC7}" type="sibTrans" cxnId="{A20D71BC-1573-480D-A26E-53C8EDCF87C2}">
      <dgm:prSet/>
      <dgm:spPr/>
      <dgm:t>
        <a:bodyPr/>
        <a:lstStyle/>
        <a:p>
          <a:endParaRPr lang="en-US"/>
        </a:p>
      </dgm:t>
    </dgm:pt>
    <dgm:pt modelId="{6EBCA79A-0A03-4949-BEEF-5BE21A96FA72}" type="pres">
      <dgm:prSet presAssocID="{3CE5ED3D-40B4-49B2-A0E6-D2077B9B2DB0}" presName="linearFlow" presStyleCnt="0">
        <dgm:presLayoutVars>
          <dgm:dir/>
          <dgm:animLvl val="lvl"/>
          <dgm:resizeHandles val="exact"/>
        </dgm:presLayoutVars>
      </dgm:prSet>
      <dgm:spPr/>
    </dgm:pt>
    <dgm:pt modelId="{F0D9F90E-5D91-4580-9711-609AF1051313}" type="pres">
      <dgm:prSet presAssocID="{73DD6E8E-09EA-4C4E-B45B-0825CB59D318}" presName="composite" presStyleCnt="0"/>
      <dgm:spPr/>
    </dgm:pt>
    <dgm:pt modelId="{0E1BFBE7-33EA-4AAA-81BE-3C981B97A11C}" type="pres">
      <dgm:prSet presAssocID="{73DD6E8E-09EA-4C4E-B45B-0825CB59D318}" presName="parTx" presStyleLbl="node1" presStyleIdx="0" presStyleCnt="1">
        <dgm:presLayoutVars>
          <dgm:chMax val="0"/>
          <dgm:chPref val="0"/>
          <dgm:bulletEnabled val="1"/>
        </dgm:presLayoutVars>
      </dgm:prSet>
      <dgm:spPr/>
    </dgm:pt>
    <dgm:pt modelId="{2729B21F-E991-4204-A16E-9EE6CDBD8032}" type="pres">
      <dgm:prSet presAssocID="{73DD6E8E-09EA-4C4E-B45B-0825CB59D318}" presName="parSh" presStyleLbl="node1" presStyleIdx="0" presStyleCnt="1"/>
      <dgm:spPr/>
    </dgm:pt>
    <dgm:pt modelId="{E55327C6-F631-4584-8249-73C213519779}" type="pres">
      <dgm:prSet presAssocID="{73DD6E8E-09EA-4C4E-B45B-0825CB59D318}" presName="desTx" presStyleLbl="fgAcc1" presStyleIdx="0" presStyleCnt="1">
        <dgm:presLayoutVars>
          <dgm:bulletEnabled val="1"/>
        </dgm:presLayoutVars>
      </dgm:prSet>
      <dgm:spPr/>
    </dgm:pt>
  </dgm:ptLst>
  <dgm:cxnLst>
    <dgm:cxn modelId="{4B23F477-AD6A-4445-9DBC-6D6EA44987A1}" type="presOf" srcId="{73DD6E8E-09EA-4C4E-B45B-0825CB59D318}" destId="{0E1BFBE7-33EA-4AAA-81BE-3C981B97A11C}" srcOrd="0" destOrd="0" presId="urn:microsoft.com/office/officeart/2005/8/layout/process3"/>
    <dgm:cxn modelId="{044F2681-C146-46E8-89C0-EF9338B003AD}" type="presOf" srcId="{5C2CAB43-D885-4545-A1B5-88273D6A2090}" destId="{E55327C6-F631-4584-8249-73C213519779}" srcOrd="0" destOrd="0" presId="urn:microsoft.com/office/officeart/2005/8/layout/process3"/>
    <dgm:cxn modelId="{135A1D8B-4364-4EF1-A36A-081978413F63}" type="presOf" srcId="{73DD6E8E-09EA-4C4E-B45B-0825CB59D318}" destId="{2729B21F-E991-4204-A16E-9EE6CDBD8032}" srcOrd="1" destOrd="0" presId="urn:microsoft.com/office/officeart/2005/8/layout/process3"/>
    <dgm:cxn modelId="{2CBD6FB4-B28D-4FC3-A0D9-072850BE90B8}" srcId="{3CE5ED3D-40B4-49B2-A0E6-D2077B9B2DB0}" destId="{73DD6E8E-09EA-4C4E-B45B-0825CB59D318}" srcOrd="0" destOrd="0" parTransId="{42002367-AB8A-4A4B-A096-121D25DDDCA0}" sibTransId="{5F149FFC-70E9-4922-9CCB-E91693580FF9}"/>
    <dgm:cxn modelId="{32AFCCB5-BE53-42E3-A832-26B46C742451}" type="presOf" srcId="{3CE5ED3D-40B4-49B2-A0E6-D2077B9B2DB0}" destId="{6EBCA79A-0A03-4949-BEEF-5BE21A96FA72}" srcOrd="0" destOrd="0" presId="urn:microsoft.com/office/officeart/2005/8/layout/process3"/>
    <dgm:cxn modelId="{A20D71BC-1573-480D-A26E-53C8EDCF87C2}" srcId="{73DD6E8E-09EA-4C4E-B45B-0825CB59D318}" destId="{5C2CAB43-D885-4545-A1B5-88273D6A2090}" srcOrd="0" destOrd="0" parTransId="{2E150D84-7885-4076-A416-383033F08E0F}" sibTransId="{31A6DFBA-0985-499E-93E1-C013E0A2CFC7}"/>
    <dgm:cxn modelId="{C87DD4D9-468E-49CE-8400-78C6304197D8}" type="presParOf" srcId="{6EBCA79A-0A03-4949-BEEF-5BE21A96FA72}" destId="{F0D9F90E-5D91-4580-9711-609AF1051313}" srcOrd="0" destOrd="0" presId="urn:microsoft.com/office/officeart/2005/8/layout/process3"/>
    <dgm:cxn modelId="{4A80E0AB-5152-45FB-95F3-AC95657EEA2B}" type="presParOf" srcId="{F0D9F90E-5D91-4580-9711-609AF1051313}" destId="{0E1BFBE7-33EA-4AAA-81BE-3C981B97A11C}" srcOrd="0" destOrd="0" presId="urn:microsoft.com/office/officeart/2005/8/layout/process3"/>
    <dgm:cxn modelId="{D1DDEFB1-8166-4498-9611-E770F68ED858}" type="presParOf" srcId="{F0D9F90E-5D91-4580-9711-609AF1051313}" destId="{2729B21F-E991-4204-A16E-9EE6CDBD8032}" srcOrd="1" destOrd="0" presId="urn:microsoft.com/office/officeart/2005/8/layout/process3"/>
    <dgm:cxn modelId="{68E9FF8A-2491-4592-B158-7CBB43AEB8EC}" type="presParOf" srcId="{F0D9F90E-5D91-4580-9711-609AF1051313}" destId="{E55327C6-F631-4584-8249-73C213519779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CE5ED3D-40B4-49B2-A0E6-D2077B9B2DB0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</dgm:pt>
    <dgm:pt modelId="{73DD6E8E-09EA-4C4E-B45B-0825CB59D318}">
      <dgm:prSet phldrT="[Texte]" custT="1"/>
      <dgm:spPr/>
      <dgm:t>
        <a:bodyPr/>
        <a:lstStyle/>
        <a:p>
          <a:r>
            <a:rPr lang="fr-FR" sz="1200" dirty="0"/>
            <a:t>CNN</a:t>
          </a:r>
          <a:endParaRPr lang="en-US" sz="1200" dirty="0"/>
        </a:p>
      </dgm:t>
    </dgm:pt>
    <dgm:pt modelId="{42002367-AB8A-4A4B-A096-121D25DDDCA0}" type="parTrans" cxnId="{2CBD6FB4-B28D-4FC3-A0D9-072850BE90B8}">
      <dgm:prSet/>
      <dgm:spPr/>
      <dgm:t>
        <a:bodyPr/>
        <a:lstStyle/>
        <a:p>
          <a:endParaRPr lang="en-US"/>
        </a:p>
      </dgm:t>
    </dgm:pt>
    <dgm:pt modelId="{5F149FFC-70E9-4922-9CCB-E91693580FF9}" type="sibTrans" cxnId="{2CBD6FB4-B28D-4FC3-A0D9-072850BE90B8}">
      <dgm:prSet/>
      <dgm:spPr/>
      <dgm:t>
        <a:bodyPr/>
        <a:lstStyle/>
        <a:p>
          <a:endParaRPr lang="en-US"/>
        </a:p>
      </dgm:t>
    </dgm:pt>
    <dgm:pt modelId="{5C2CAB43-D885-4545-A1B5-88273D6A2090}">
      <dgm:prSet phldrT="[Texte]" custT="1"/>
      <dgm:spPr/>
      <dgm:t>
        <a:bodyPr/>
        <a:lstStyle/>
        <a:p>
          <a:r>
            <a:rPr lang="fr-FR" sz="1100" dirty="0"/>
            <a:t>Sur labels forts</a:t>
          </a:r>
          <a:endParaRPr lang="en-US" sz="1100" dirty="0"/>
        </a:p>
      </dgm:t>
    </dgm:pt>
    <dgm:pt modelId="{2E150D84-7885-4076-A416-383033F08E0F}" type="parTrans" cxnId="{A20D71BC-1573-480D-A26E-53C8EDCF87C2}">
      <dgm:prSet/>
      <dgm:spPr/>
      <dgm:t>
        <a:bodyPr/>
        <a:lstStyle/>
        <a:p>
          <a:endParaRPr lang="en-US"/>
        </a:p>
      </dgm:t>
    </dgm:pt>
    <dgm:pt modelId="{31A6DFBA-0985-499E-93E1-C013E0A2CFC7}" type="sibTrans" cxnId="{A20D71BC-1573-480D-A26E-53C8EDCF87C2}">
      <dgm:prSet/>
      <dgm:spPr/>
      <dgm:t>
        <a:bodyPr/>
        <a:lstStyle/>
        <a:p>
          <a:endParaRPr lang="en-US"/>
        </a:p>
      </dgm:t>
    </dgm:pt>
    <dgm:pt modelId="{6EBCA79A-0A03-4949-BEEF-5BE21A96FA72}" type="pres">
      <dgm:prSet presAssocID="{3CE5ED3D-40B4-49B2-A0E6-D2077B9B2DB0}" presName="linearFlow" presStyleCnt="0">
        <dgm:presLayoutVars>
          <dgm:dir/>
          <dgm:animLvl val="lvl"/>
          <dgm:resizeHandles val="exact"/>
        </dgm:presLayoutVars>
      </dgm:prSet>
      <dgm:spPr/>
    </dgm:pt>
    <dgm:pt modelId="{F0D9F90E-5D91-4580-9711-609AF1051313}" type="pres">
      <dgm:prSet presAssocID="{73DD6E8E-09EA-4C4E-B45B-0825CB59D318}" presName="composite" presStyleCnt="0"/>
      <dgm:spPr/>
    </dgm:pt>
    <dgm:pt modelId="{0E1BFBE7-33EA-4AAA-81BE-3C981B97A11C}" type="pres">
      <dgm:prSet presAssocID="{73DD6E8E-09EA-4C4E-B45B-0825CB59D318}" presName="parTx" presStyleLbl="node1" presStyleIdx="0" presStyleCnt="1">
        <dgm:presLayoutVars>
          <dgm:chMax val="0"/>
          <dgm:chPref val="0"/>
          <dgm:bulletEnabled val="1"/>
        </dgm:presLayoutVars>
      </dgm:prSet>
      <dgm:spPr/>
    </dgm:pt>
    <dgm:pt modelId="{2729B21F-E991-4204-A16E-9EE6CDBD8032}" type="pres">
      <dgm:prSet presAssocID="{73DD6E8E-09EA-4C4E-B45B-0825CB59D318}" presName="parSh" presStyleLbl="node1" presStyleIdx="0" presStyleCnt="1"/>
      <dgm:spPr/>
    </dgm:pt>
    <dgm:pt modelId="{E55327C6-F631-4584-8249-73C213519779}" type="pres">
      <dgm:prSet presAssocID="{73DD6E8E-09EA-4C4E-B45B-0825CB59D318}" presName="desTx" presStyleLbl="fgAcc1" presStyleIdx="0" presStyleCnt="1">
        <dgm:presLayoutVars>
          <dgm:bulletEnabled val="1"/>
        </dgm:presLayoutVars>
      </dgm:prSet>
      <dgm:spPr/>
    </dgm:pt>
  </dgm:ptLst>
  <dgm:cxnLst>
    <dgm:cxn modelId="{4B23F477-AD6A-4445-9DBC-6D6EA44987A1}" type="presOf" srcId="{73DD6E8E-09EA-4C4E-B45B-0825CB59D318}" destId="{0E1BFBE7-33EA-4AAA-81BE-3C981B97A11C}" srcOrd="0" destOrd="0" presId="urn:microsoft.com/office/officeart/2005/8/layout/process3"/>
    <dgm:cxn modelId="{044F2681-C146-46E8-89C0-EF9338B003AD}" type="presOf" srcId="{5C2CAB43-D885-4545-A1B5-88273D6A2090}" destId="{E55327C6-F631-4584-8249-73C213519779}" srcOrd="0" destOrd="0" presId="urn:microsoft.com/office/officeart/2005/8/layout/process3"/>
    <dgm:cxn modelId="{135A1D8B-4364-4EF1-A36A-081978413F63}" type="presOf" srcId="{73DD6E8E-09EA-4C4E-B45B-0825CB59D318}" destId="{2729B21F-E991-4204-A16E-9EE6CDBD8032}" srcOrd="1" destOrd="0" presId="urn:microsoft.com/office/officeart/2005/8/layout/process3"/>
    <dgm:cxn modelId="{2CBD6FB4-B28D-4FC3-A0D9-072850BE90B8}" srcId="{3CE5ED3D-40B4-49B2-A0E6-D2077B9B2DB0}" destId="{73DD6E8E-09EA-4C4E-B45B-0825CB59D318}" srcOrd="0" destOrd="0" parTransId="{42002367-AB8A-4A4B-A096-121D25DDDCA0}" sibTransId="{5F149FFC-70E9-4922-9CCB-E91693580FF9}"/>
    <dgm:cxn modelId="{32AFCCB5-BE53-42E3-A832-26B46C742451}" type="presOf" srcId="{3CE5ED3D-40B4-49B2-A0E6-D2077B9B2DB0}" destId="{6EBCA79A-0A03-4949-BEEF-5BE21A96FA72}" srcOrd="0" destOrd="0" presId="urn:microsoft.com/office/officeart/2005/8/layout/process3"/>
    <dgm:cxn modelId="{A20D71BC-1573-480D-A26E-53C8EDCF87C2}" srcId="{73DD6E8E-09EA-4C4E-B45B-0825CB59D318}" destId="{5C2CAB43-D885-4545-A1B5-88273D6A2090}" srcOrd="0" destOrd="0" parTransId="{2E150D84-7885-4076-A416-383033F08E0F}" sibTransId="{31A6DFBA-0985-499E-93E1-C013E0A2CFC7}"/>
    <dgm:cxn modelId="{C87DD4D9-468E-49CE-8400-78C6304197D8}" type="presParOf" srcId="{6EBCA79A-0A03-4949-BEEF-5BE21A96FA72}" destId="{F0D9F90E-5D91-4580-9711-609AF1051313}" srcOrd="0" destOrd="0" presId="urn:microsoft.com/office/officeart/2005/8/layout/process3"/>
    <dgm:cxn modelId="{4A80E0AB-5152-45FB-95F3-AC95657EEA2B}" type="presParOf" srcId="{F0D9F90E-5D91-4580-9711-609AF1051313}" destId="{0E1BFBE7-33EA-4AAA-81BE-3C981B97A11C}" srcOrd="0" destOrd="0" presId="urn:microsoft.com/office/officeart/2005/8/layout/process3"/>
    <dgm:cxn modelId="{D1DDEFB1-8166-4498-9611-E770F68ED858}" type="presParOf" srcId="{F0D9F90E-5D91-4580-9711-609AF1051313}" destId="{2729B21F-E991-4204-A16E-9EE6CDBD8032}" srcOrd="1" destOrd="0" presId="urn:microsoft.com/office/officeart/2005/8/layout/process3"/>
    <dgm:cxn modelId="{68E9FF8A-2491-4592-B158-7CBB43AEB8EC}" type="presParOf" srcId="{F0D9F90E-5D91-4580-9711-609AF1051313}" destId="{E55327C6-F631-4584-8249-73C213519779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CE5ED3D-40B4-49B2-A0E6-D2077B9B2DB0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</dgm:pt>
    <dgm:pt modelId="{2127D867-BE31-449A-9699-23698FF7553E}">
      <dgm:prSet phldrT="[Texte]" custT="1"/>
      <dgm:spPr/>
      <dgm:t>
        <a:bodyPr/>
        <a:lstStyle/>
        <a:p>
          <a:r>
            <a:rPr lang="fr-FR" sz="1200" dirty="0" err="1"/>
            <a:t>Embedding</a:t>
          </a:r>
          <a:endParaRPr lang="en-US" sz="1200" dirty="0"/>
        </a:p>
      </dgm:t>
    </dgm:pt>
    <dgm:pt modelId="{CD6B118D-2BDB-4D74-8E37-C590545B4B99}" type="parTrans" cxnId="{1F6C148E-379E-4D8C-B449-AE17F7AEB2E2}">
      <dgm:prSet/>
      <dgm:spPr/>
      <dgm:t>
        <a:bodyPr/>
        <a:lstStyle/>
        <a:p>
          <a:endParaRPr lang="en-US"/>
        </a:p>
      </dgm:t>
    </dgm:pt>
    <dgm:pt modelId="{02F86CCB-1E08-4CCD-8B49-52E04407FD3A}" type="sibTrans" cxnId="{1F6C148E-379E-4D8C-B449-AE17F7AEB2E2}">
      <dgm:prSet/>
      <dgm:spPr/>
      <dgm:t>
        <a:bodyPr/>
        <a:lstStyle/>
        <a:p>
          <a:endParaRPr lang="en-US"/>
        </a:p>
      </dgm:t>
    </dgm:pt>
    <dgm:pt modelId="{E9D9AF0A-03A2-400C-8D62-7FD014A580E3}">
      <dgm:prSet phldrT="[Texte]" custT="1"/>
      <dgm:spPr/>
      <dgm:t>
        <a:bodyPr/>
        <a:lstStyle/>
        <a:p>
          <a:r>
            <a:rPr lang="fr-FR" sz="1200" dirty="0"/>
            <a:t>Standardisation</a:t>
          </a:r>
          <a:endParaRPr lang="en-US" sz="1200" dirty="0"/>
        </a:p>
      </dgm:t>
    </dgm:pt>
    <dgm:pt modelId="{EDBF4B07-B7F4-4619-8F40-12F361B5EF2B}" type="parTrans" cxnId="{638A7BBA-93FD-4BF8-B3A2-A06C7CB29565}">
      <dgm:prSet/>
      <dgm:spPr/>
      <dgm:t>
        <a:bodyPr/>
        <a:lstStyle/>
        <a:p>
          <a:endParaRPr lang="en-US"/>
        </a:p>
      </dgm:t>
    </dgm:pt>
    <dgm:pt modelId="{B88B9E46-3167-48F1-B9F0-92C04F1EDDCD}" type="sibTrans" cxnId="{638A7BBA-93FD-4BF8-B3A2-A06C7CB29565}">
      <dgm:prSet/>
      <dgm:spPr/>
      <dgm:t>
        <a:bodyPr/>
        <a:lstStyle/>
        <a:p>
          <a:endParaRPr lang="en-US"/>
        </a:p>
      </dgm:t>
    </dgm:pt>
    <dgm:pt modelId="{36A9DD92-2B19-4C29-A362-F7FB32BFC37A}">
      <dgm:prSet phldrT="[Texte]" custT="1"/>
      <dgm:spPr/>
      <dgm:t>
        <a:bodyPr/>
        <a:lstStyle/>
        <a:p>
          <a:r>
            <a:rPr lang="fr-FR" sz="1200" dirty="0"/>
            <a:t>Reduction de dimension</a:t>
          </a:r>
          <a:endParaRPr lang="en-US" sz="1200" dirty="0"/>
        </a:p>
      </dgm:t>
    </dgm:pt>
    <dgm:pt modelId="{9331B1F7-7500-415A-A16D-22BE50E29ABC}" type="parTrans" cxnId="{D115A7D5-8DF4-4186-9015-F51886D95A87}">
      <dgm:prSet/>
      <dgm:spPr/>
      <dgm:t>
        <a:bodyPr/>
        <a:lstStyle/>
        <a:p>
          <a:endParaRPr lang="en-US"/>
        </a:p>
      </dgm:t>
    </dgm:pt>
    <dgm:pt modelId="{44A42C48-D525-486F-87EF-1B9B1D3D7C1D}" type="sibTrans" cxnId="{D115A7D5-8DF4-4186-9015-F51886D95A87}">
      <dgm:prSet/>
      <dgm:spPr/>
      <dgm:t>
        <a:bodyPr/>
        <a:lstStyle/>
        <a:p>
          <a:endParaRPr lang="en-US"/>
        </a:p>
      </dgm:t>
    </dgm:pt>
    <dgm:pt modelId="{F2BD3B72-FA65-4AB0-9267-9A72585622BB}">
      <dgm:prSet phldrT="[Texte]"/>
      <dgm:spPr/>
      <dgm:t>
        <a:bodyPr/>
        <a:lstStyle/>
        <a:p>
          <a:r>
            <a:rPr lang="fr-FR" dirty="0" err="1"/>
            <a:t>ResNet</a:t>
          </a:r>
          <a:r>
            <a:rPr lang="fr-FR" dirty="0"/>
            <a:t> 50</a:t>
          </a:r>
          <a:endParaRPr lang="en-US" dirty="0"/>
        </a:p>
      </dgm:t>
    </dgm:pt>
    <dgm:pt modelId="{AB728CEF-A18F-4393-9740-58DD1FB12AAB}" type="parTrans" cxnId="{2F7BA8E4-32F1-4DDB-BAFF-FF40B446AF3F}">
      <dgm:prSet/>
      <dgm:spPr/>
      <dgm:t>
        <a:bodyPr/>
        <a:lstStyle/>
        <a:p>
          <a:endParaRPr lang="en-US"/>
        </a:p>
      </dgm:t>
    </dgm:pt>
    <dgm:pt modelId="{8CB4282C-044B-463A-A988-86D872020D5F}" type="sibTrans" cxnId="{2F7BA8E4-32F1-4DDB-BAFF-FF40B446AF3F}">
      <dgm:prSet/>
      <dgm:spPr/>
      <dgm:t>
        <a:bodyPr/>
        <a:lstStyle/>
        <a:p>
          <a:endParaRPr lang="en-US"/>
        </a:p>
      </dgm:t>
    </dgm:pt>
    <dgm:pt modelId="{26F4F38F-20D2-4DAF-91F4-F0B281D77F08}">
      <dgm:prSet phldrT="[Texte]"/>
      <dgm:spPr/>
      <dgm:t>
        <a:bodyPr/>
        <a:lstStyle/>
        <a:p>
          <a:r>
            <a:rPr lang="fr-FR" dirty="0" err="1"/>
            <a:t>EfficientNet</a:t>
          </a:r>
          <a:r>
            <a:rPr lang="fr-FR" dirty="0"/>
            <a:t> b4</a:t>
          </a:r>
          <a:endParaRPr lang="en-US" dirty="0"/>
        </a:p>
      </dgm:t>
    </dgm:pt>
    <dgm:pt modelId="{F64432C0-BAB0-4171-ACB3-6427E92C40A1}" type="parTrans" cxnId="{4089603C-6BFE-4453-A7E1-96F882192484}">
      <dgm:prSet/>
      <dgm:spPr/>
      <dgm:t>
        <a:bodyPr/>
        <a:lstStyle/>
        <a:p>
          <a:endParaRPr lang="en-US"/>
        </a:p>
      </dgm:t>
    </dgm:pt>
    <dgm:pt modelId="{F02BD39E-0BD6-4DEE-BFA9-0F72A2E5C826}" type="sibTrans" cxnId="{4089603C-6BFE-4453-A7E1-96F882192484}">
      <dgm:prSet/>
      <dgm:spPr/>
      <dgm:t>
        <a:bodyPr/>
        <a:lstStyle/>
        <a:p>
          <a:endParaRPr lang="en-US"/>
        </a:p>
      </dgm:t>
    </dgm:pt>
    <dgm:pt modelId="{D8C7401B-1107-458B-837E-69444C463191}">
      <dgm:prSet phldrT="[Texte]" custT="1"/>
      <dgm:spPr/>
      <dgm:t>
        <a:bodyPr/>
        <a:lstStyle/>
        <a:p>
          <a:r>
            <a:rPr lang="fr-FR" sz="1200" dirty="0" err="1"/>
            <a:t>Dataset</a:t>
          </a:r>
          <a:r>
            <a:rPr lang="fr-FR" sz="1200" dirty="0"/>
            <a:t> </a:t>
          </a:r>
          <a:r>
            <a:rPr lang="fr-FR" sz="1200" dirty="0" err="1"/>
            <a:t>Pytorch</a:t>
          </a:r>
          <a:endParaRPr lang="en-US" sz="1200" dirty="0"/>
        </a:p>
      </dgm:t>
    </dgm:pt>
    <dgm:pt modelId="{FE149304-4598-4502-AA9E-F3F176A086CD}" type="parTrans" cxnId="{222E8EE5-228F-424F-A738-BE9C20077763}">
      <dgm:prSet/>
      <dgm:spPr/>
      <dgm:t>
        <a:bodyPr/>
        <a:lstStyle/>
        <a:p>
          <a:endParaRPr lang="en-US"/>
        </a:p>
      </dgm:t>
    </dgm:pt>
    <dgm:pt modelId="{9B07F093-31C9-4D46-9940-26DE5EB98CD2}" type="sibTrans" cxnId="{222E8EE5-228F-424F-A738-BE9C20077763}">
      <dgm:prSet/>
      <dgm:spPr/>
      <dgm:t>
        <a:bodyPr/>
        <a:lstStyle/>
        <a:p>
          <a:endParaRPr lang="en-US"/>
        </a:p>
      </dgm:t>
    </dgm:pt>
    <dgm:pt modelId="{6B5614B3-3BC0-437C-902E-03169ECB2EC5}">
      <dgm:prSet phldrT="[Texte]"/>
      <dgm:spPr/>
      <dgm:t>
        <a:bodyPr/>
        <a:lstStyle/>
        <a:p>
          <a:r>
            <a:rPr lang="fr-FR" dirty="0" err="1"/>
            <a:t>Resize</a:t>
          </a:r>
          <a:r>
            <a:rPr lang="fr-FR" dirty="0"/>
            <a:t> 224x224</a:t>
          </a:r>
          <a:endParaRPr lang="en-US" dirty="0"/>
        </a:p>
      </dgm:t>
    </dgm:pt>
    <dgm:pt modelId="{6E52F844-33BD-4094-85E9-A27C9D604600}" type="parTrans" cxnId="{DBA0E821-87C0-4A54-B65B-DAE12142AF35}">
      <dgm:prSet/>
      <dgm:spPr/>
      <dgm:t>
        <a:bodyPr/>
        <a:lstStyle/>
        <a:p>
          <a:endParaRPr lang="en-US"/>
        </a:p>
      </dgm:t>
    </dgm:pt>
    <dgm:pt modelId="{C523C919-5C59-4AE1-B766-964401418325}" type="sibTrans" cxnId="{DBA0E821-87C0-4A54-B65B-DAE12142AF35}">
      <dgm:prSet/>
      <dgm:spPr/>
      <dgm:t>
        <a:bodyPr/>
        <a:lstStyle/>
        <a:p>
          <a:endParaRPr lang="en-US"/>
        </a:p>
      </dgm:t>
    </dgm:pt>
    <dgm:pt modelId="{A4CBA8E0-4282-4DEC-8874-8DCFB690ECFB}">
      <dgm:prSet phldrT="[Texte]"/>
      <dgm:spPr/>
      <dgm:t>
        <a:bodyPr/>
        <a:lstStyle/>
        <a:p>
          <a:r>
            <a:rPr lang="fr-FR" dirty="0"/>
            <a:t>Normalisation </a:t>
          </a:r>
          <a:r>
            <a:rPr lang="fr-FR" dirty="0" err="1"/>
            <a:t>Imagenet</a:t>
          </a:r>
          <a:r>
            <a:rPr lang="fr-FR" dirty="0"/>
            <a:t> </a:t>
          </a:r>
          <a:endParaRPr lang="en-US" dirty="0"/>
        </a:p>
      </dgm:t>
    </dgm:pt>
    <dgm:pt modelId="{6BF2CFEA-4E50-4144-91C7-A6B76BB26CCB}" type="parTrans" cxnId="{134B65B5-7E51-40AF-8BE7-922CE6AE9FFD}">
      <dgm:prSet/>
      <dgm:spPr/>
      <dgm:t>
        <a:bodyPr/>
        <a:lstStyle/>
        <a:p>
          <a:endParaRPr lang="en-US"/>
        </a:p>
      </dgm:t>
    </dgm:pt>
    <dgm:pt modelId="{51B06AF9-E22C-47A6-AC7F-F7F23E573866}" type="sibTrans" cxnId="{134B65B5-7E51-40AF-8BE7-922CE6AE9FFD}">
      <dgm:prSet/>
      <dgm:spPr/>
      <dgm:t>
        <a:bodyPr/>
        <a:lstStyle/>
        <a:p>
          <a:endParaRPr lang="en-US"/>
        </a:p>
      </dgm:t>
    </dgm:pt>
    <dgm:pt modelId="{310E6CFA-76EE-4CB9-AC56-4B39AEB6C1D1}">
      <dgm:prSet phldrT="[Texte]"/>
      <dgm:spPr/>
      <dgm:t>
        <a:bodyPr/>
        <a:lstStyle/>
        <a:p>
          <a:r>
            <a:rPr lang="fr-FR" dirty="0" err="1"/>
            <a:t>StandardScaler</a:t>
          </a:r>
          <a:endParaRPr lang="en-US" dirty="0"/>
        </a:p>
      </dgm:t>
    </dgm:pt>
    <dgm:pt modelId="{C5534310-FEDB-4C87-A3AB-5ECF42EC4348}" type="parTrans" cxnId="{D781944E-71CF-4A81-9C74-EBA1E3B1ACE0}">
      <dgm:prSet/>
      <dgm:spPr/>
      <dgm:t>
        <a:bodyPr/>
        <a:lstStyle/>
        <a:p>
          <a:endParaRPr lang="en-US"/>
        </a:p>
      </dgm:t>
    </dgm:pt>
    <dgm:pt modelId="{E062B4F2-1B16-4CAA-B4FC-83C8A110B2D1}" type="sibTrans" cxnId="{D781944E-71CF-4A81-9C74-EBA1E3B1ACE0}">
      <dgm:prSet/>
      <dgm:spPr/>
      <dgm:t>
        <a:bodyPr/>
        <a:lstStyle/>
        <a:p>
          <a:endParaRPr lang="en-US"/>
        </a:p>
      </dgm:t>
    </dgm:pt>
    <dgm:pt modelId="{DBB453F0-5AE5-432A-BCEA-CBF2DA3855D6}">
      <dgm:prSet phldrT="[Texte]"/>
      <dgm:spPr/>
      <dgm:t>
        <a:bodyPr/>
        <a:lstStyle/>
        <a:p>
          <a:r>
            <a:rPr lang="fr-FR" dirty="0"/>
            <a:t>PCA</a:t>
          </a:r>
          <a:endParaRPr lang="en-US" dirty="0"/>
        </a:p>
      </dgm:t>
    </dgm:pt>
    <dgm:pt modelId="{C19C413F-1468-421C-83F5-854A91667A34}" type="parTrans" cxnId="{260534C2-6021-45A6-8D02-98277D677292}">
      <dgm:prSet/>
      <dgm:spPr/>
      <dgm:t>
        <a:bodyPr/>
        <a:lstStyle/>
        <a:p>
          <a:endParaRPr lang="en-US"/>
        </a:p>
      </dgm:t>
    </dgm:pt>
    <dgm:pt modelId="{5ED8C9A1-53C4-43BF-9E2E-73EFA1DA48E4}" type="sibTrans" cxnId="{260534C2-6021-45A6-8D02-98277D677292}">
      <dgm:prSet/>
      <dgm:spPr/>
      <dgm:t>
        <a:bodyPr/>
        <a:lstStyle/>
        <a:p>
          <a:endParaRPr lang="en-US"/>
        </a:p>
      </dgm:t>
    </dgm:pt>
    <dgm:pt modelId="{7C11516A-9937-4819-9A8A-258A6430816D}">
      <dgm:prSet phldrT="[Texte]" custT="1"/>
      <dgm:spPr/>
      <dgm:t>
        <a:bodyPr/>
        <a:lstStyle/>
        <a:p>
          <a:r>
            <a:rPr lang="fr-FR" sz="1200" dirty="0"/>
            <a:t>Clustering</a:t>
          </a:r>
          <a:endParaRPr lang="en-US" sz="1200" dirty="0"/>
        </a:p>
      </dgm:t>
    </dgm:pt>
    <dgm:pt modelId="{E2CBBCD6-642F-44E9-A66C-719492FEF561}" type="parTrans" cxnId="{12ACAFE6-8FC1-48D6-9856-1C480D350D09}">
      <dgm:prSet/>
      <dgm:spPr/>
      <dgm:t>
        <a:bodyPr/>
        <a:lstStyle/>
        <a:p>
          <a:endParaRPr lang="en-US"/>
        </a:p>
      </dgm:t>
    </dgm:pt>
    <dgm:pt modelId="{D4915C26-F969-49EF-BF90-241F890B8840}" type="sibTrans" cxnId="{12ACAFE6-8FC1-48D6-9856-1C480D350D09}">
      <dgm:prSet/>
      <dgm:spPr/>
      <dgm:t>
        <a:bodyPr/>
        <a:lstStyle/>
        <a:p>
          <a:endParaRPr lang="en-US"/>
        </a:p>
      </dgm:t>
    </dgm:pt>
    <dgm:pt modelId="{BE022753-7F43-427D-9CEC-88C137275989}">
      <dgm:prSet phldrT="[Texte]"/>
      <dgm:spPr/>
      <dgm:t>
        <a:bodyPr/>
        <a:lstStyle/>
        <a:p>
          <a:r>
            <a:rPr lang="fr-FR" dirty="0" err="1"/>
            <a:t>K_Means</a:t>
          </a:r>
          <a:endParaRPr lang="en-US" dirty="0"/>
        </a:p>
      </dgm:t>
    </dgm:pt>
    <dgm:pt modelId="{DD4284D6-8C88-41EB-BEBF-4BFA79C88F88}" type="parTrans" cxnId="{82F886CD-BD50-4CBD-8BAB-446B0973972C}">
      <dgm:prSet/>
      <dgm:spPr/>
      <dgm:t>
        <a:bodyPr/>
        <a:lstStyle/>
        <a:p>
          <a:endParaRPr lang="en-US"/>
        </a:p>
      </dgm:t>
    </dgm:pt>
    <dgm:pt modelId="{3D67C510-B163-46DB-9E24-DA7395D8DDDA}" type="sibTrans" cxnId="{82F886CD-BD50-4CBD-8BAB-446B0973972C}">
      <dgm:prSet/>
      <dgm:spPr/>
      <dgm:t>
        <a:bodyPr/>
        <a:lstStyle/>
        <a:p>
          <a:endParaRPr lang="en-US"/>
        </a:p>
      </dgm:t>
    </dgm:pt>
    <dgm:pt modelId="{0C477219-73EA-479E-BFA8-B29AE140D4A8}">
      <dgm:prSet phldrT="[Texte]"/>
      <dgm:spPr/>
      <dgm:t>
        <a:bodyPr/>
        <a:lstStyle/>
        <a:p>
          <a:r>
            <a:rPr lang="fr-FR" dirty="0"/>
            <a:t>DBSCAN</a:t>
          </a:r>
          <a:endParaRPr lang="en-US" dirty="0"/>
        </a:p>
      </dgm:t>
    </dgm:pt>
    <dgm:pt modelId="{E0DC5844-BBBE-4202-B207-F3AB150419B5}" type="parTrans" cxnId="{28448947-358D-45CF-83D8-FBF68F7750E9}">
      <dgm:prSet/>
      <dgm:spPr/>
      <dgm:t>
        <a:bodyPr/>
        <a:lstStyle/>
        <a:p>
          <a:endParaRPr lang="en-US"/>
        </a:p>
      </dgm:t>
    </dgm:pt>
    <dgm:pt modelId="{974E5536-1D25-4705-920C-450E7CA07F07}" type="sibTrans" cxnId="{28448947-358D-45CF-83D8-FBF68F7750E9}">
      <dgm:prSet/>
      <dgm:spPr/>
      <dgm:t>
        <a:bodyPr/>
        <a:lstStyle/>
        <a:p>
          <a:endParaRPr lang="en-US"/>
        </a:p>
      </dgm:t>
    </dgm:pt>
    <dgm:pt modelId="{73DD6E8E-09EA-4C4E-B45B-0825CB59D318}">
      <dgm:prSet phldrT="[Texte]" custT="1"/>
      <dgm:spPr/>
      <dgm:t>
        <a:bodyPr/>
        <a:lstStyle/>
        <a:p>
          <a:r>
            <a:rPr lang="fr-FR" sz="1200" dirty="0"/>
            <a:t>CNN</a:t>
          </a:r>
          <a:endParaRPr lang="en-US" sz="1200" dirty="0"/>
        </a:p>
      </dgm:t>
    </dgm:pt>
    <dgm:pt modelId="{42002367-AB8A-4A4B-A096-121D25DDDCA0}" type="parTrans" cxnId="{2CBD6FB4-B28D-4FC3-A0D9-072850BE90B8}">
      <dgm:prSet/>
      <dgm:spPr/>
      <dgm:t>
        <a:bodyPr/>
        <a:lstStyle/>
        <a:p>
          <a:endParaRPr lang="en-US"/>
        </a:p>
      </dgm:t>
    </dgm:pt>
    <dgm:pt modelId="{5F149FFC-70E9-4922-9CCB-E91693580FF9}" type="sibTrans" cxnId="{2CBD6FB4-B28D-4FC3-A0D9-072850BE90B8}">
      <dgm:prSet/>
      <dgm:spPr/>
      <dgm:t>
        <a:bodyPr/>
        <a:lstStyle/>
        <a:p>
          <a:endParaRPr lang="en-US"/>
        </a:p>
      </dgm:t>
    </dgm:pt>
    <dgm:pt modelId="{5C2CAB43-D885-4545-A1B5-88273D6A2090}">
      <dgm:prSet phldrT="[Texte]"/>
      <dgm:spPr/>
      <dgm:t>
        <a:bodyPr/>
        <a:lstStyle/>
        <a:p>
          <a:r>
            <a:rPr lang="fr-FR" dirty="0"/>
            <a:t>Sur labels faibles</a:t>
          </a:r>
          <a:endParaRPr lang="en-US" dirty="0"/>
        </a:p>
      </dgm:t>
    </dgm:pt>
    <dgm:pt modelId="{2E150D84-7885-4076-A416-383033F08E0F}" type="parTrans" cxnId="{A20D71BC-1573-480D-A26E-53C8EDCF87C2}">
      <dgm:prSet/>
      <dgm:spPr/>
      <dgm:t>
        <a:bodyPr/>
        <a:lstStyle/>
        <a:p>
          <a:endParaRPr lang="en-US"/>
        </a:p>
      </dgm:t>
    </dgm:pt>
    <dgm:pt modelId="{31A6DFBA-0985-499E-93E1-C013E0A2CFC7}" type="sibTrans" cxnId="{A20D71BC-1573-480D-A26E-53C8EDCF87C2}">
      <dgm:prSet/>
      <dgm:spPr/>
      <dgm:t>
        <a:bodyPr/>
        <a:lstStyle/>
        <a:p>
          <a:endParaRPr lang="en-US"/>
        </a:p>
      </dgm:t>
    </dgm:pt>
    <dgm:pt modelId="{50449392-9428-4A8F-83DF-BC6788B04E21}">
      <dgm:prSet phldrT="[Texte]"/>
      <dgm:spPr/>
      <dgm:t>
        <a:bodyPr/>
        <a:lstStyle/>
        <a:p>
          <a:r>
            <a:rPr lang="fr-FR" dirty="0" err="1"/>
            <a:t>Finetuning</a:t>
          </a:r>
          <a:endParaRPr lang="en-US" dirty="0"/>
        </a:p>
      </dgm:t>
    </dgm:pt>
    <dgm:pt modelId="{BA039285-FFB8-4D76-BD2B-AE8E09DA2F7C}" type="parTrans" cxnId="{FA4214A4-BECD-45E8-B598-F41755B9654E}">
      <dgm:prSet/>
      <dgm:spPr/>
      <dgm:t>
        <a:bodyPr/>
        <a:lstStyle/>
        <a:p>
          <a:endParaRPr lang="en-US"/>
        </a:p>
      </dgm:t>
    </dgm:pt>
    <dgm:pt modelId="{C76CB2D7-78FE-4D89-BB9E-7CDA52A1E0F5}" type="sibTrans" cxnId="{FA4214A4-BECD-45E8-B598-F41755B9654E}">
      <dgm:prSet/>
      <dgm:spPr/>
      <dgm:t>
        <a:bodyPr/>
        <a:lstStyle/>
        <a:p>
          <a:endParaRPr lang="en-US"/>
        </a:p>
      </dgm:t>
    </dgm:pt>
    <dgm:pt modelId="{9F5B7A23-1E1F-4318-B7B2-3031B0A34FE4}">
      <dgm:prSet phldrT="[Texte]"/>
      <dgm:spPr/>
      <dgm:t>
        <a:bodyPr/>
        <a:lstStyle/>
        <a:p>
          <a:r>
            <a:rPr lang="fr-FR" dirty="0"/>
            <a:t>Visualisation t-SNE</a:t>
          </a:r>
          <a:endParaRPr lang="en-US" dirty="0"/>
        </a:p>
      </dgm:t>
    </dgm:pt>
    <dgm:pt modelId="{40DEAB66-3900-4D2D-AE37-FCC64F0C6898}" type="parTrans" cxnId="{3998F8CA-8A53-4E61-9D1A-D4DDF77CA5D5}">
      <dgm:prSet/>
      <dgm:spPr/>
      <dgm:t>
        <a:bodyPr/>
        <a:lstStyle/>
        <a:p>
          <a:endParaRPr lang="en-US"/>
        </a:p>
      </dgm:t>
    </dgm:pt>
    <dgm:pt modelId="{CD5C6DD2-2C78-46C6-9FCA-FEE9C24AE98F}" type="sibTrans" cxnId="{3998F8CA-8A53-4E61-9D1A-D4DDF77CA5D5}">
      <dgm:prSet/>
      <dgm:spPr/>
      <dgm:t>
        <a:bodyPr/>
        <a:lstStyle/>
        <a:p>
          <a:endParaRPr lang="en-US"/>
        </a:p>
      </dgm:t>
    </dgm:pt>
    <dgm:pt modelId="{6EBCA79A-0A03-4949-BEEF-5BE21A96FA72}" type="pres">
      <dgm:prSet presAssocID="{3CE5ED3D-40B4-49B2-A0E6-D2077B9B2DB0}" presName="linearFlow" presStyleCnt="0">
        <dgm:presLayoutVars>
          <dgm:dir/>
          <dgm:animLvl val="lvl"/>
          <dgm:resizeHandles val="exact"/>
        </dgm:presLayoutVars>
      </dgm:prSet>
      <dgm:spPr/>
    </dgm:pt>
    <dgm:pt modelId="{7AB1092E-86A7-4042-BDAD-9E5C3F67E6B4}" type="pres">
      <dgm:prSet presAssocID="{D8C7401B-1107-458B-837E-69444C463191}" presName="composite" presStyleCnt="0"/>
      <dgm:spPr/>
    </dgm:pt>
    <dgm:pt modelId="{E6C88B7A-86FF-4A58-B876-5F677F8FEAC4}" type="pres">
      <dgm:prSet presAssocID="{D8C7401B-1107-458B-837E-69444C463191}" presName="parTx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E0039197-DEE4-43BA-81C2-4E5769050D16}" type="pres">
      <dgm:prSet presAssocID="{D8C7401B-1107-458B-837E-69444C463191}" presName="parSh" presStyleLbl="node1" presStyleIdx="0" presStyleCnt="6" custLinFactNeighborX="978"/>
      <dgm:spPr/>
    </dgm:pt>
    <dgm:pt modelId="{C8FA46CC-7D20-4A2E-91E4-4EBE856496D7}" type="pres">
      <dgm:prSet presAssocID="{D8C7401B-1107-458B-837E-69444C463191}" presName="desTx" presStyleLbl="fgAcc1" presStyleIdx="0" presStyleCnt="6">
        <dgm:presLayoutVars>
          <dgm:bulletEnabled val="1"/>
        </dgm:presLayoutVars>
      </dgm:prSet>
      <dgm:spPr/>
    </dgm:pt>
    <dgm:pt modelId="{4F059184-ADAD-41E7-9F75-1CAB483F23B6}" type="pres">
      <dgm:prSet presAssocID="{9B07F093-31C9-4D46-9940-26DE5EB98CD2}" presName="sibTrans" presStyleLbl="sibTrans2D1" presStyleIdx="0" presStyleCnt="5"/>
      <dgm:spPr/>
    </dgm:pt>
    <dgm:pt modelId="{F2C26AF4-2C81-474E-B21A-C38D51FDFB12}" type="pres">
      <dgm:prSet presAssocID="{9B07F093-31C9-4D46-9940-26DE5EB98CD2}" presName="connTx" presStyleLbl="sibTrans2D1" presStyleIdx="0" presStyleCnt="5"/>
      <dgm:spPr/>
    </dgm:pt>
    <dgm:pt modelId="{53E63C9E-95D4-400D-8266-91080A258990}" type="pres">
      <dgm:prSet presAssocID="{2127D867-BE31-449A-9699-23698FF7553E}" presName="composite" presStyleCnt="0"/>
      <dgm:spPr/>
    </dgm:pt>
    <dgm:pt modelId="{5EFFD257-411D-4BE6-82C5-4C0638F8F4D2}" type="pres">
      <dgm:prSet presAssocID="{2127D867-BE31-449A-9699-23698FF7553E}" presName="parTx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94A58DC2-9600-47BD-9349-9FA33A1B8074}" type="pres">
      <dgm:prSet presAssocID="{2127D867-BE31-449A-9699-23698FF7553E}" presName="parSh" presStyleLbl="node1" presStyleIdx="1" presStyleCnt="6" custLinFactNeighborX="978"/>
      <dgm:spPr/>
    </dgm:pt>
    <dgm:pt modelId="{878EF815-8F21-406C-AF87-5C782900E1A7}" type="pres">
      <dgm:prSet presAssocID="{2127D867-BE31-449A-9699-23698FF7553E}" presName="desTx" presStyleLbl="fgAcc1" presStyleIdx="1" presStyleCnt="6">
        <dgm:presLayoutVars>
          <dgm:bulletEnabled val="1"/>
        </dgm:presLayoutVars>
      </dgm:prSet>
      <dgm:spPr/>
    </dgm:pt>
    <dgm:pt modelId="{84042F93-5D45-4AEB-987D-67D85B212F03}" type="pres">
      <dgm:prSet presAssocID="{02F86CCB-1E08-4CCD-8B49-52E04407FD3A}" presName="sibTrans" presStyleLbl="sibTrans2D1" presStyleIdx="1" presStyleCnt="5"/>
      <dgm:spPr/>
    </dgm:pt>
    <dgm:pt modelId="{E6CDBDE5-5A06-45E9-BD89-772CB61F4102}" type="pres">
      <dgm:prSet presAssocID="{02F86CCB-1E08-4CCD-8B49-52E04407FD3A}" presName="connTx" presStyleLbl="sibTrans2D1" presStyleIdx="1" presStyleCnt="5"/>
      <dgm:spPr/>
    </dgm:pt>
    <dgm:pt modelId="{FD28CEB2-A95F-4922-96AE-D89E96C7A028}" type="pres">
      <dgm:prSet presAssocID="{E9D9AF0A-03A2-400C-8D62-7FD014A580E3}" presName="composite" presStyleCnt="0"/>
      <dgm:spPr/>
    </dgm:pt>
    <dgm:pt modelId="{194D9B8A-1D16-4F2A-8DA3-965898AC0CB7}" type="pres">
      <dgm:prSet presAssocID="{E9D9AF0A-03A2-400C-8D62-7FD014A580E3}" presName="parTx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2C12FE64-C148-46CF-901F-081CBA511F68}" type="pres">
      <dgm:prSet presAssocID="{E9D9AF0A-03A2-400C-8D62-7FD014A580E3}" presName="parSh" presStyleLbl="node1" presStyleIdx="2" presStyleCnt="6" custLinFactNeighborX="978"/>
      <dgm:spPr/>
    </dgm:pt>
    <dgm:pt modelId="{CFAFC0F1-4F74-44E0-B935-67FEDB0B9936}" type="pres">
      <dgm:prSet presAssocID="{E9D9AF0A-03A2-400C-8D62-7FD014A580E3}" presName="desTx" presStyleLbl="fgAcc1" presStyleIdx="2" presStyleCnt="6">
        <dgm:presLayoutVars>
          <dgm:bulletEnabled val="1"/>
        </dgm:presLayoutVars>
      </dgm:prSet>
      <dgm:spPr/>
    </dgm:pt>
    <dgm:pt modelId="{BCC1DD08-4121-4F73-BE97-B9784C8D42EB}" type="pres">
      <dgm:prSet presAssocID="{B88B9E46-3167-48F1-B9F0-92C04F1EDDCD}" presName="sibTrans" presStyleLbl="sibTrans2D1" presStyleIdx="2" presStyleCnt="5"/>
      <dgm:spPr/>
    </dgm:pt>
    <dgm:pt modelId="{2F80302F-3AAD-49DB-A00D-47FCF280D7B8}" type="pres">
      <dgm:prSet presAssocID="{B88B9E46-3167-48F1-B9F0-92C04F1EDDCD}" presName="connTx" presStyleLbl="sibTrans2D1" presStyleIdx="2" presStyleCnt="5"/>
      <dgm:spPr/>
    </dgm:pt>
    <dgm:pt modelId="{F64743F5-1714-4D07-8A7E-6427D203C51D}" type="pres">
      <dgm:prSet presAssocID="{36A9DD92-2B19-4C29-A362-F7FB32BFC37A}" presName="composite" presStyleCnt="0"/>
      <dgm:spPr/>
    </dgm:pt>
    <dgm:pt modelId="{780F0F3F-1679-421B-ABEE-D63A4DD90BA2}" type="pres">
      <dgm:prSet presAssocID="{36A9DD92-2B19-4C29-A362-F7FB32BFC37A}" presName="parTx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D1FD7671-6BD7-457D-8706-56B772369DE8}" type="pres">
      <dgm:prSet presAssocID="{36A9DD92-2B19-4C29-A362-F7FB32BFC37A}" presName="parSh" presStyleLbl="node1" presStyleIdx="3" presStyleCnt="6" custLinFactNeighborX="978"/>
      <dgm:spPr/>
    </dgm:pt>
    <dgm:pt modelId="{A62FCB19-79B9-49C4-AD4A-543B1615C777}" type="pres">
      <dgm:prSet presAssocID="{36A9DD92-2B19-4C29-A362-F7FB32BFC37A}" presName="desTx" presStyleLbl="fgAcc1" presStyleIdx="3" presStyleCnt="6">
        <dgm:presLayoutVars>
          <dgm:bulletEnabled val="1"/>
        </dgm:presLayoutVars>
      </dgm:prSet>
      <dgm:spPr/>
    </dgm:pt>
    <dgm:pt modelId="{A417F040-CD5A-41F4-909C-0CAD62E48C7E}" type="pres">
      <dgm:prSet presAssocID="{44A42C48-D525-486F-87EF-1B9B1D3D7C1D}" presName="sibTrans" presStyleLbl="sibTrans2D1" presStyleIdx="3" presStyleCnt="5"/>
      <dgm:spPr/>
    </dgm:pt>
    <dgm:pt modelId="{6961A7B6-CFE9-4039-9329-FD13DA35B8CE}" type="pres">
      <dgm:prSet presAssocID="{44A42C48-D525-486F-87EF-1B9B1D3D7C1D}" presName="connTx" presStyleLbl="sibTrans2D1" presStyleIdx="3" presStyleCnt="5"/>
      <dgm:spPr/>
    </dgm:pt>
    <dgm:pt modelId="{83EB9BBE-5DF4-4EF0-B3BE-22D410E9CA7C}" type="pres">
      <dgm:prSet presAssocID="{7C11516A-9937-4819-9A8A-258A6430816D}" presName="composite" presStyleCnt="0"/>
      <dgm:spPr/>
    </dgm:pt>
    <dgm:pt modelId="{EF1B4B1B-EE72-4B88-9082-F82B5F1A5868}" type="pres">
      <dgm:prSet presAssocID="{7C11516A-9937-4819-9A8A-258A6430816D}" presName="parTx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0564B863-7244-41E1-B9A7-A08E1ACFBDD7}" type="pres">
      <dgm:prSet presAssocID="{7C11516A-9937-4819-9A8A-258A6430816D}" presName="parSh" presStyleLbl="node1" presStyleIdx="4" presStyleCnt="6" custLinFactNeighborX="978"/>
      <dgm:spPr/>
    </dgm:pt>
    <dgm:pt modelId="{67FB3BBE-E202-487D-BD76-DD3F6D3F5F8C}" type="pres">
      <dgm:prSet presAssocID="{7C11516A-9937-4819-9A8A-258A6430816D}" presName="desTx" presStyleLbl="fgAcc1" presStyleIdx="4" presStyleCnt="6">
        <dgm:presLayoutVars>
          <dgm:bulletEnabled val="1"/>
        </dgm:presLayoutVars>
      </dgm:prSet>
      <dgm:spPr/>
    </dgm:pt>
    <dgm:pt modelId="{C44A358E-C949-4500-9987-710790D9A669}" type="pres">
      <dgm:prSet presAssocID="{D4915C26-F969-49EF-BF90-241F890B8840}" presName="sibTrans" presStyleLbl="sibTrans2D1" presStyleIdx="4" presStyleCnt="5"/>
      <dgm:spPr/>
    </dgm:pt>
    <dgm:pt modelId="{09CDEA0B-6279-44A5-99AA-5B0BDEE4E3A0}" type="pres">
      <dgm:prSet presAssocID="{D4915C26-F969-49EF-BF90-241F890B8840}" presName="connTx" presStyleLbl="sibTrans2D1" presStyleIdx="4" presStyleCnt="5"/>
      <dgm:spPr/>
    </dgm:pt>
    <dgm:pt modelId="{F0D9F90E-5D91-4580-9711-609AF1051313}" type="pres">
      <dgm:prSet presAssocID="{73DD6E8E-09EA-4C4E-B45B-0825CB59D318}" presName="composite" presStyleCnt="0"/>
      <dgm:spPr/>
    </dgm:pt>
    <dgm:pt modelId="{0E1BFBE7-33EA-4AAA-81BE-3C981B97A11C}" type="pres">
      <dgm:prSet presAssocID="{73DD6E8E-09EA-4C4E-B45B-0825CB59D318}" presName="parTx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2729B21F-E991-4204-A16E-9EE6CDBD8032}" type="pres">
      <dgm:prSet presAssocID="{73DD6E8E-09EA-4C4E-B45B-0825CB59D318}" presName="parSh" presStyleLbl="node1" presStyleIdx="5" presStyleCnt="6"/>
      <dgm:spPr/>
    </dgm:pt>
    <dgm:pt modelId="{E55327C6-F631-4584-8249-73C213519779}" type="pres">
      <dgm:prSet presAssocID="{73DD6E8E-09EA-4C4E-B45B-0825CB59D318}" presName="desTx" presStyleLbl="fgAcc1" presStyleIdx="5" presStyleCnt="6">
        <dgm:presLayoutVars>
          <dgm:bulletEnabled val="1"/>
        </dgm:presLayoutVars>
      </dgm:prSet>
      <dgm:spPr/>
    </dgm:pt>
  </dgm:ptLst>
  <dgm:cxnLst>
    <dgm:cxn modelId="{2E36DE02-C523-469E-BA12-8C18470ECFC1}" type="presOf" srcId="{310E6CFA-76EE-4CB9-AC56-4B39AEB6C1D1}" destId="{CFAFC0F1-4F74-44E0-B935-67FEDB0B9936}" srcOrd="0" destOrd="0" presId="urn:microsoft.com/office/officeart/2005/8/layout/process3"/>
    <dgm:cxn modelId="{2889130C-AC2A-4772-B5A0-99A75C7CAF08}" type="presOf" srcId="{E9D9AF0A-03A2-400C-8D62-7FD014A580E3}" destId="{2C12FE64-C148-46CF-901F-081CBA511F68}" srcOrd="1" destOrd="0" presId="urn:microsoft.com/office/officeart/2005/8/layout/process3"/>
    <dgm:cxn modelId="{39640D0F-3FD3-4F4E-936C-5E99D16A12ED}" type="presOf" srcId="{D4915C26-F969-49EF-BF90-241F890B8840}" destId="{09CDEA0B-6279-44A5-99AA-5B0BDEE4E3A0}" srcOrd="1" destOrd="0" presId="urn:microsoft.com/office/officeart/2005/8/layout/process3"/>
    <dgm:cxn modelId="{406A7C1A-7C1A-4312-99D6-4754EB8CC00C}" type="presOf" srcId="{44A42C48-D525-486F-87EF-1B9B1D3D7C1D}" destId="{6961A7B6-CFE9-4039-9329-FD13DA35B8CE}" srcOrd="1" destOrd="0" presId="urn:microsoft.com/office/officeart/2005/8/layout/process3"/>
    <dgm:cxn modelId="{FC47121D-CB64-446F-9709-395AEE27AEA7}" type="presOf" srcId="{6B5614B3-3BC0-437C-902E-03169ECB2EC5}" destId="{C8FA46CC-7D20-4A2E-91E4-4EBE856496D7}" srcOrd="0" destOrd="0" presId="urn:microsoft.com/office/officeart/2005/8/layout/process3"/>
    <dgm:cxn modelId="{DBA0E821-87C0-4A54-B65B-DAE12142AF35}" srcId="{D8C7401B-1107-458B-837E-69444C463191}" destId="{6B5614B3-3BC0-437C-902E-03169ECB2EC5}" srcOrd="0" destOrd="0" parTransId="{6E52F844-33BD-4094-85E9-A27C9D604600}" sibTransId="{C523C919-5C59-4AE1-B766-964401418325}"/>
    <dgm:cxn modelId="{CDBABE24-EABB-47DD-BAE8-D1C31752723E}" type="presOf" srcId="{0C477219-73EA-479E-BFA8-B29AE140D4A8}" destId="{67FB3BBE-E202-487D-BD76-DD3F6D3F5F8C}" srcOrd="0" destOrd="1" presId="urn:microsoft.com/office/officeart/2005/8/layout/process3"/>
    <dgm:cxn modelId="{994B062A-6024-48A6-8A8F-571D54C72797}" type="presOf" srcId="{A4CBA8E0-4282-4DEC-8874-8DCFB690ECFB}" destId="{C8FA46CC-7D20-4A2E-91E4-4EBE856496D7}" srcOrd="0" destOrd="1" presId="urn:microsoft.com/office/officeart/2005/8/layout/process3"/>
    <dgm:cxn modelId="{E181442A-61F7-42E1-8BB0-8556FAA9AE35}" type="presOf" srcId="{26F4F38F-20D2-4DAF-91F4-F0B281D77F08}" destId="{878EF815-8F21-406C-AF87-5C782900E1A7}" srcOrd="0" destOrd="1" presId="urn:microsoft.com/office/officeart/2005/8/layout/process3"/>
    <dgm:cxn modelId="{115BDD34-EAC2-4376-BB4D-3D56C39A06E5}" type="presOf" srcId="{E9D9AF0A-03A2-400C-8D62-7FD014A580E3}" destId="{194D9B8A-1D16-4F2A-8DA3-965898AC0CB7}" srcOrd="0" destOrd="0" presId="urn:microsoft.com/office/officeart/2005/8/layout/process3"/>
    <dgm:cxn modelId="{4089603C-6BFE-4453-A7E1-96F882192484}" srcId="{2127D867-BE31-449A-9699-23698FF7553E}" destId="{26F4F38F-20D2-4DAF-91F4-F0B281D77F08}" srcOrd="1" destOrd="0" parTransId="{F64432C0-BAB0-4171-ACB3-6427E92C40A1}" sibTransId="{F02BD39E-0BD6-4DEE-BFA9-0F72A2E5C826}"/>
    <dgm:cxn modelId="{D18BB53F-F735-4B54-AC29-85E5D116C7F5}" type="presOf" srcId="{DBB453F0-5AE5-432A-BCEA-CBF2DA3855D6}" destId="{A62FCB19-79B9-49C4-AD4A-543B1615C777}" srcOrd="0" destOrd="0" presId="urn:microsoft.com/office/officeart/2005/8/layout/process3"/>
    <dgm:cxn modelId="{B576EE40-D3D8-4261-9051-EDB50F4F5918}" type="presOf" srcId="{D4915C26-F969-49EF-BF90-241F890B8840}" destId="{C44A358E-C949-4500-9987-710790D9A669}" srcOrd="0" destOrd="0" presId="urn:microsoft.com/office/officeart/2005/8/layout/process3"/>
    <dgm:cxn modelId="{E234965D-A807-4AE7-B39A-0639CC4F5E4B}" type="presOf" srcId="{02F86CCB-1E08-4CCD-8B49-52E04407FD3A}" destId="{84042F93-5D45-4AEB-987D-67D85B212F03}" srcOrd="0" destOrd="0" presId="urn:microsoft.com/office/officeart/2005/8/layout/process3"/>
    <dgm:cxn modelId="{D3B4C242-35E3-4AA8-85AE-13023503AB84}" type="presOf" srcId="{44A42C48-D525-486F-87EF-1B9B1D3D7C1D}" destId="{A417F040-CD5A-41F4-909C-0CAD62E48C7E}" srcOrd="0" destOrd="0" presId="urn:microsoft.com/office/officeart/2005/8/layout/process3"/>
    <dgm:cxn modelId="{536E2D66-74FC-4511-A154-3D59D7FC4B18}" type="presOf" srcId="{02F86CCB-1E08-4CCD-8B49-52E04407FD3A}" destId="{E6CDBDE5-5A06-45E9-BD89-772CB61F4102}" srcOrd="1" destOrd="0" presId="urn:microsoft.com/office/officeart/2005/8/layout/process3"/>
    <dgm:cxn modelId="{431C7D66-308F-4441-93CF-28CC9E8B6BB5}" type="presOf" srcId="{9B07F093-31C9-4D46-9940-26DE5EB98CD2}" destId="{4F059184-ADAD-41E7-9F75-1CAB483F23B6}" srcOrd="0" destOrd="0" presId="urn:microsoft.com/office/officeart/2005/8/layout/process3"/>
    <dgm:cxn modelId="{28448947-358D-45CF-83D8-FBF68F7750E9}" srcId="{7C11516A-9937-4819-9A8A-258A6430816D}" destId="{0C477219-73EA-479E-BFA8-B29AE140D4A8}" srcOrd="1" destOrd="0" parTransId="{E0DC5844-BBBE-4202-B207-F3AB150419B5}" sibTransId="{974E5536-1D25-4705-920C-450E7CA07F07}"/>
    <dgm:cxn modelId="{BDA2A447-D058-48FF-B327-A6D72DEE59B1}" type="presOf" srcId="{7C11516A-9937-4819-9A8A-258A6430816D}" destId="{EF1B4B1B-EE72-4B88-9082-F82B5F1A5868}" srcOrd="0" destOrd="0" presId="urn:microsoft.com/office/officeart/2005/8/layout/process3"/>
    <dgm:cxn modelId="{5A9D174B-F45F-49A8-91E4-9036DED86F48}" type="presOf" srcId="{9F5B7A23-1E1F-4318-B7B2-3031B0A34FE4}" destId="{67FB3BBE-E202-487D-BD76-DD3F6D3F5F8C}" srcOrd="0" destOrd="2" presId="urn:microsoft.com/office/officeart/2005/8/layout/process3"/>
    <dgm:cxn modelId="{D781944E-71CF-4A81-9C74-EBA1E3B1ACE0}" srcId="{E9D9AF0A-03A2-400C-8D62-7FD014A580E3}" destId="{310E6CFA-76EE-4CB9-AC56-4B39AEB6C1D1}" srcOrd="0" destOrd="0" parTransId="{C5534310-FEDB-4C87-A3AB-5ECF42EC4348}" sibTransId="{E062B4F2-1B16-4CAA-B4FC-83C8A110B2D1}"/>
    <dgm:cxn modelId="{5064BF57-4417-4E9D-B4E9-0D94F5D4A128}" type="presOf" srcId="{50449392-9428-4A8F-83DF-BC6788B04E21}" destId="{E55327C6-F631-4584-8249-73C213519779}" srcOrd="0" destOrd="1" presId="urn:microsoft.com/office/officeart/2005/8/layout/process3"/>
    <dgm:cxn modelId="{4B23F477-AD6A-4445-9DBC-6D6EA44987A1}" type="presOf" srcId="{73DD6E8E-09EA-4C4E-B45B-0825CB59D318}" destId="{0E1BFBE7-33EA-4AAA-81BE-3C981B97A11C}" srcOrd="0" destOrd="0" presId="urn:microsoft.com/office/officeart/2005/8/layout/process3"/>
    <dgm:cxn modelId="{233E6E80-F894-4E86-A94D-7E960F5C0C12}" type="presOf" srcId="{9B07F093-31C9-4D46-9940-26DE5EB98CD2}" destId="{F2C26AF4-2C81-474E-B21A-C38D51FDFB12}" srcOrd="1" destOrd="0" presId="urn:microsoft.com/office/officeart/2005/8/layout/process3"/>
    <dgm:cxn modelId="{044F2681-C146-46E8-89C0-EF9338B003AD}" type="presOf" srcId="{5C2CAB43-D885-4545-A1B5-88273D6A2090}" destId="{E55327C6-F631-4584-8249-73C213519779}" srcOrd="0" destOrd="0" presId="urn:microsoft.com/office/officeart/2005/8/layout/process3"/>
    <dgm:cxn modelId="{5302E981-36AB-4607-98AC-A2B7CD15CA09}" type="presOf" srcId="{B88B9E46-3167-48F1-B9F0-92C04F1EDDCD}" destId="{2F80302F-3AAD-49DB-A00D-47FCF280D7B8}" srcOrd="1" destOrd="0" presId="urn:microsoft.com/office/officeart/2005/8/layout/process3"/>
    <dgm:cxn modelId="{135A1D8B-4364-4EF1-A36A-081978413F63}" type="presOf" srcId="{73DD6E8E-09EA-4C4E-B45B-0825CB59D318}" destId="{2729B21F-E991-4204-A16E-9EE6CDBD8032}" srcOrd="1" destOrd="0" presId="urn:microsoft.com/office/officeart/2005/8/layout/process3"/>
    <dgm:cxn modelId="{1F6C148E-379E-4D8C-B449-AE17F7AEB2E2}" srcId="{3CE5ED3D-40B4-49B2-A0E6-D2077B9B2DB0}" destId="{2127D867-BE31-449A-9699-23698FF7553E}" srcOrd="1" destOrd="0" parTransId="{CD6B118D-2BDB-4D74-8E37-C590545B4B99}" sibTransId="{02F86CCB-1E08-4CCD-8B49-52E04407FD3A}"/>
    <dgm:cxn modelId="{3CD9FF93-4AF2-4A86-BCD2-7BEA9FF13D5E}" type="presOf" srcId="{2127D867-BE31-449A-9699-23698FF7553E}" destId="{5EFFD257-411D-4BE6-82C5-4C0638F8F4D2}" srcOrd="0" destOrd="0" presId="urn:microsoft.com/office/officeart/2005/8/layout/process3"/>
    <dgm:cxn modelId="{57CA0A95-6C9B-461D-A9FF-D0FC523EC955}" type="presOf" srcId="{BE022753-7F43-427D-9CEC-88C137275989}" destId="{67FB3BBE-E202-487D-BD76-DD3F6D3F5F8C}" srcOrd="0" destOrd="0" presId="urn:microsoft.com/office/officeart/2005/8/layout/process3"/>
    <dgm:cxn modelId="{FA4214A4-BECD-45E8-B598-F41755B9654E}" srcId="{73DD6E8E-09EA-4C4E-B45B-0825CB59D318}" destId="{50449392-9428-4A8F-83DF-BC6788B04E21}" srcOrd="1" destOrd="0" parTransId="{BA039285-FFB8-4D76-BD2B-AE8E09DA2F7C}" sibTransId="{C76CB2D7-78FE-4D89-BB9E-7CDA52A1E0F5}"/>
    <dgm:cxn modelId="{78185BAD-95A5-4C7C-8FEF-09CA0285067E}" type="presOf" srcId="{D8C7401B-1107-458B-837E-69444C463191}" destId="{E0039197-DEE4-43BA-81C2-4E5769050D16}" srcOrd="1" destOrd="0" presId="urn:microsoft.com/office/officeart/2005/8/layout/process3"/>
    <dgm:cxn modelId="{E6B47DAD-F255-4E14-B451-D9AE2604B2E0}" type="presOf" srcId="{2127D867-BE31-449A-9699-23698FF7553E}" destId="{94A58DC2-9600-47BD-9349-9FA33A1B8074}" srcOrd="1" destOrd="0" presId="urn:microsoft.com/office/officeart/2005/8/layout/process3"/>
    <dgm:cxn modelId="{2CBD6FB4-B28D-4FC3-A0D9-072850BE90B8}" srcId="{3CE5ED3D-40B4-49B2-A0E6-D2077B9B2DB0}" destId="{73DD6E8E-09EA-4C4E-B45B-0825CB59D318}" srcOrd="5" destOrd="0" parTransId="{42002367-AB8A-4A4B-A096-121D25DDDCA0}" sibTransId="{5F149FFC-70E9-4922-9CCB-E91693580FF9}"/>
    <dgm:cxn modelId="{134B65B5-7E51-40AF-8BE7-922CE6AE9FFD}" srcId="{D8C7401B-1107-458B-837E-69444C463191}" destId="{A4CBA8E0-4282-4DEC-8874-8DCFB690ECFB}" srcOrd="1" destOrd="0" parTransId="{6BF2CFEA-4E50-4144-91C7-A6B76BB26CCB}" sibTransId="{51B06AF9-E22C-47A6-AC7F-F7F23E573866}"/>
    <dgm:cxn modelId="{32AFCCB5-BE53-42E3-A832-26B46C742451}" type="presOf" srcId="{3CE5ED3D-40B4-49B2-A0E6-D2077B9B2DB0}" destId="{6EBCA79A-0A03-4949-BEEF-5BE21A96FA72}" srcOrd="0" destOrd="0" presId="urn:microsoft.com/office/officeart/2005/8/layout/process3"/>
    <dgm:cxn modelId="{638A7BBA-93FD-4BF8-B3A2-A06C7CB29565}" srcId="{3CE5ED3D-40B4-49B2-A0E6-D2077B9B2DB0}" destId="{E9D9AF0A-03A2-400C-8D62-7FD014A580E3}" srcOrd="2" destOrd="0" parTransId="{EDBF4B07-B7F4-4619-8F40-12F361B5EF2B}" sibTransId="{B88B9E46-3167-48F1-B9F0-92C04F1EDDCD}"/>
    <dgm:cxn modelId="{A20D71BC-1573-480D-A26E-53C8EDCF87C2}" srcId="{73DD6E8E-09EA-4C4E-B45B-0825CB59D318}" destId="{5C2CAB43-D885-4545-A1B5-88273D6A2090}" srcOrd="0" destOrd="0" parTransId="{2E150D84-7885-4076-A416-383033F08E0F}" sibTransId="{31A6DFBA-0985-499E-93E1-C013E0A2CFC7}"/>
    <dgm:cxn modelId="{83AB3EC0-EBBB-4D97-BF6F-0C6EB5DA7DAE}" type="presOf" srcId="{F2BD3B72-FA65-4AB0-9267-9A72585622BB}" destId="{878EF815-8F21-406C-AF87-5C782900E1A7}" srcOrd="0" destOrd="0" presId="urn:microsoft.com/office/officeart/2005/8/layout/process3"/>
    <dgm:cxn modelId="{260534C2-6021-45A6-8D02-98277D677292}" srcId="{36A9DD92-2B19-4C29-A362-F7FB32BFC37A}" destId="{DBB453F0-5AE5-432A-BCEA-CBF2DA3855D6}" srcOrd="0" destOrd="0" parTransId="{C19C413F-1468-421C-83F5-854A91667A34}" sibTransId="{5ED8C9A1-53C4-43BF-9E2E-73EFA1DA48E4}"/>
    <dgm:cxn modelId="{3998F8CA-8A53-4E61-9D1A-D4DDF77CA5D5}" srcId="{7C11516A-9937-4819-9A8A-258A6430816D}" destId="{9F5B7A23-1E1F-4318-B7B2-3031B0A34FE4}" srcOrd="2" destOrd="0" parTransId="{40DEAB66-3900-4D2D-AE37-FCC64F0C6898}" sibTransId="{CD5C6DD2-2C78-46C6-9FCA-FEE9C24AE98F}"/>
    <dgm:cxn modelId="{E2309ECB-F1E1-4771-B7C5-DA279EA62324}" type="presOf" srcId="{D8C7401B-1107-458B-837E-69444C463191}" destId="{E6C88B7A-86FF-4A58-B876-5F677F8FEAC4}" srcOrd="0" destOrd="0" presId="urn:microsoft.com/office/officeart/2005/8/layout/process3"/>
    <dgm:cxn modelId="{82F886CD-BD50-4CBD-8BAB-446B0973972C}" srcId="{7C11516A-9937-4819-9A8A-258A6430816D}" destId="{BE022753-7F43-427D-9CEC-88C137275989}" srcOrd="0" destOrd="0" parTransId="{DD4284D6-8C88-41EB-BEBF-4BFA79C88F88}" sibTransId="{3D67C510-B163-46DB-9E24-DA7395D8DDDA}"/>
    <dgm:cxn modelId="{EBD337D1-8455-4F43-B867-EC6AB4D1AA78}" type="presOf" srcId="{7C11516A-9937-4819-9A8A-258A6430816D}" destId="{0564B863-7244-41E1-B9A7-A08E1ACFBDD7}" srcOrd="1" destOrd="0" presId="urn:microsoft.com/office/officeart/2005/8/layout/process3"/>
    <dgm:cxn modelId="{D115A7D5-8DF4-4186-9015-F51886D95A87}" srcId="{3CE5ED3D-40B4-49B2-A0E6-D2077B9B2DB0}" destId="{36A9DD92-2B19-4C29-A362-F7FB32BFC37A}" srcOrd="3" destOrd="0" parTransId="{9331B1F7-7500-415A-A16D-22BE50E29ABC}" sibTransId="{44A42C48-D525-486F-87EF-1B9B1D3D7C1D}"/>
    <dgm:cxn modelId="{2F7BA8E4-32F1-4DDB-BAFF-FF40B446AF3F}" srcId="{2127D867-BE31-449A-9699-23698FF7553E}" destId="{F2BD3B72-FA65-4AB0-9267-9A72585622BB}" srcOrd="0" destOrd="0" parTransId="{AB728CEF-A18F-4393-9740-58DD1FB12AAB}" sibTransId="{8CB4282C-044B-463A-A988-86D872020D5F}"/>
    <dgm:cxn modelId="{222E8EE5-228F-424F-A738-BE9C20077763}" srcId="{3CE5ED3D-40B4-49B2-A0E6-D2077B9B2DB0}" destId="{D8C7401B-1107-458B-837E-69444C463191}" srcOrd="0" destOrd="0" parTransId="{FE149304-4598-4502-AA9E-F3F176A086CD}" sibTransId="{9B07F093-31C9-4D46-9940-26DE5EB98CD2}"/>
    <dgm:cxn modelId="{12ACAFE6-8FC1-48D6-9856-1C480D350D09}" srcId="{3CE5ED3D-40B4-49B2-A0E6-D2077B9B2DB0}" destId="{7C11516A-9937-4819-9A8A-258A6430816D}" srcOrd="4" destOrd="0" parTransId="{E2CBBCD6-642F-44E9-A66C-719492FEF561}" sibTransId="{D4915C26-F969-49EF-BF90-241F890B8840}"/>
    <dgm:cxn modelId="{EF3A7CE8-667B-42C6-B0C7-3519725075ED}" type="presOf" srcId="{B88B9E46-3167-48F1-B9F0-92C04F1EDDCD}" destId="{BCC1DD08-4121-4F73-BE97-B9784C8D42EB}" srcOrd="0" destOrd="0" presId="urn:microsoft.com/office/officeart/2005/8/layout/process3"/>
    <dgm:cxn modelId="{722DBAF4-EFF9-46A2-AF5D-4A091B6C274F}" type="presOf" srcId="{36A9DD92-2B19-4C29-A362-F7FB32BFC37A}" destId="{780F0F3F-1679-421B-ABEE-D63A4DD90BA2}" srcOrd="0" destOrd="0" presId="urn:microsoft.com/office/officeart/2005/8/layout/process3"/>
    <dgm:cxn modelId="{B060D3F6-76D0-47B5-8EAA-57F8F841D1E9}" type="presOf" srcId="{36A9DD92-2B19-4C29-A362-F7FB32BFC37A}" destId="{D1FD7671-6BD7-457D-8706-56B772369DE8}" srcOrd="1" destOrd="0" presId="urn:microsoft.com/office/officeart/2005/8/layout/process3"/>
    <dgm:cxn modelId="{4BB56550-55F8-4D1B-A090-9C1EE6B4C8B5}" type="presParOf" srcId="{6EBCA79A-0A03-4949-BEEF-5BE21A96FA72}" destId="{7AB1092E-86A7-4042-BDAD-9E5C3F67E6B4}" srcOrd="0" destOrd="0" presId="urn:microsoft.com/office/officeart/2005/8/layout/process3"/>
    <dgm:cxn modelId="{4F622FB4-8586-4100-BF84-9ADC55541B39}" type="presParOf" srcId="{7AB1092E-86A7-4042-BDAD-9E5C3F67E6B4}" destId="{E6C88B7A-86FF-4A58-B876-5F677F8FEAC4}" srcOrd="0" destOrd="0" presId="urn:microsoft.com/office/officeart/2005/8/layout/process3"/>
    <dgm:cxn modelId="{C822A731-FC03-4DF1-9B2F-FE797DA9A0C6}" type="presParOf" srcId="{7AB1092E-86A7-4042-BDAD-9E5C3F67E6B4}" destId="{E0039197-DEE4-43BA-81C2-4E5769050D16}" srcOrd="1" destOrd="0" presId="urn:microsoft.com/office/officeart/2005/8/layout/process3"/>
    <dgm:cxn modelId="{CA56D2AE-AECC-4C8A-93B0-64C168776050}" type="presParOf" srcId="{7AB1092E-86A7-4042-BDAD-9E5C3F67E6B4}" destId="{C8FA46CC-7D20-4A2E-91E4-4EBE856496D7}" srcOrd="2" destOrd="0" presId="urn:microsoft.com/office/officeart/2005/8/layout/process3"/>
    <dgm:cxn modelId="{131994EF-CE30-43CB-967B-4DCDAB719F4C}" type="presParOf" srcId="{6EBCA79A-0A03-4949-BEEF-5BE21A96FA72}" destId="{4F059184-ADAD-41E7-9F75-1CAB483F23B6}" srcOrd="1" destOrd="0" presId="urn:microsoft.com/office/officeart/2005/8/layout/process3"/>
    <dgm:cxn modelId="{DC8D8DC1-A095-4679-B643-185361D78AAF}" type="presParOf" srcId="{4F059184-ADAD-41E7-9F75-1CAB483F23B6}" destId="{F2C26AF4-2C81-474E-B21A-C38D51FDFB12}" srcOrd="0" destOrd="0" presId="urn:microsoft.com/office/officeart/2005/8/layout/process3"/>
    <dgm:cxn modelId="{02A9DD96-9AF1-4EF8-98CB-2D3072083518}" type="presParOf" srcId="{6EBCA79A-0A03-4949-BEEF-5BE21A96FA72}" destId="{53E63C9E-95D4-400D-8266-91080A258990}" srcOrd="2" destOrd="0" presId="urn:microsoft.com/office/officeart/2005/8/layout/process3"/>
    <dgm:cxn modelId="{436A0589-4CE5-4FD7-8229-46122CDFACA7}" type="presParOf" srcId="{53E63C9E-95D4-400D-8266-91080A258990}" destId="{5EFFD257-411D-4BE6-82C5-4C0638F8F4D2}" srcOrd="0" destOrd="0" presId="urn:microsoft.com/office/officeart/2005/8/layout/process3"/>
    <dgm:cxn modelId="{9F487752-1A62-4B65-9089-F8DC070C5589}" type="presParOf" srcId="{53E63C9E-95D4-400D-8266-91080A258990}" destId="{94A58DC2-9600-47BD-9349-9FA33A1B8074}" srcOrd="1" destOrd="0" presId="urn:microsoft.com/office/officeart/2005/8/layout/process3"/>
    <dgm:cxn modelId="{059F53A1-06B8-46DF-9787-DFE17BD10F97}" type="presParOf" srcId="{53E63C9E-95D4-400D-8266-91080A258990}" destId="{878EF815-8F21-406C-AF87-5C782900E1A7}" srcOrd="2" destOrd="0" presId="urn:microsoft.com/office/officeart/2005/8/layout/process3"/>
    <dgm:cxn modelId="{B1963569-57B7-40AB-9C89-C3167E9E8BAE}" type="presParOf" srcId="{6EBCA79A-0A03-4949-BEEF-5BE21A96FA72}" destId="{84042F93-5D45-4AEB-987D-67D85B212F03}" srcOrd="3" destOrd="0" presId="urn:microsoft.com/office/officeart/2005/8/layout/process3"/>
    <dgm:cxn modelId="{540253A7-4D9F-4B79-A83C-27214FCDC533}" type="presParOf" srcId="{84042F93-5D45-4AEB-987D-67D85B212F03}" destId="{E6CDBDE5-5A06-45E9-BD89-772CB61F4102}" srcOrd="0" destOrd="0" presId="urn:microsoft.com/office/officeart/2005/8/layout/process3"/>
    <dgm:cxn modelId="{B512DCE7-C166-4AAF-AC32-361008798674}" type="presParOf" srcId="{6EBCA79A-0A03-4949-BEEF-5BE21A96FA72}" destId="{FD28CEB2-A95F-4922-96AE-D89E96C7A028}" srcOrd="4" destOrd="0" presId="urn:microsoft.com/office/officeart/2005/8/layout/process3"/>
    <dgm:cxn modelId="{5E84B6CE-5865-478A-A0A0-97AC37339F44}" type="presParOf" srcId="{FD28CEB2-A95F-4922-96AE-D89E96C7A028}" destId="{194D9B8A-1D16-4F2A-8DA3-965898AC0CB7}" srcOrd="0" destOrd="0" presId="urn:microsoft.com/office/officeart/2005/8/layout/process3"/>
    <dgm:cxn modelId="{9E7064A6-3027-4987-8300-B41E7E402336}" type="presParOf" srcId="{FD28CEB2-A95F-4922-96AE-D89E96C7A028}" destId="{2C12FE64-C148-46CF-901F-081CBA511F68}" srcOrd="1" destOrd="0" presId="urn:microsoft.com/office/officeart/2005/8/layout/process3"/>
    <dgm:cxn modelId="{4CDD95EE-974D-4BA2-904E-44298AE47149}" type="presParOf" srcId="{FD28CEB2-A95F-4922-96AE-D89E96C7A028}" destId="{CFAFC0F1-4F74-44E0-B935-67FEDB0B9936}" srcOrd="2" destOrd="0" presId="urn:microsoft.com/office/officeart/2005/8/layout/process3"/>
    <dgm:cxn modelId="{55A411B8-C569-4489-A49F-442313D92E43}" type="presParOf" srcId="{6EBCA79A-0A03-4949-BEEF-5BE21A96FA72}" destId="{BCC1DD08-4121-4F73-BE97-B9784C8D42EB}" srcOrd="5" destOrd="0" presId="urn:microsoft.com/office/officeart/2005/8/layout/process3"/>
    <dgm:cxn modelId="{51AE3131-F2DC-4C82-92F8-8F3318D75406}" type="presParOf" srcId="{BCC1DD08-4121-4F73-BE97-B9784C8D42EB}" destId="{2F80302F-3AAD-49DB-A00D-47FCF280D7B8}" srcOrd="0" destOrd="0" presId="urn:microsoft.com/office/officeart/2005/8/layout/process3"/>
    <dgm:cxn modelId="{5A750B54-1292-4D71-B52F-F53A1427BE22}" type="presParOf" srcId="{6EBCA79A-0A03-4949-BEEF-5BE21A96FA72}" destId="{F64743F5-1714-4D07-8A7E-6427D203C51D}" srcOrd="6" destOrd="0" presId="urn:microsoft.com/office/officeart/2005/8/layout/process3"/>
    <dgm:cxn modelId="{ACAC0391-85EE-4F1D-A0FE-220436ED067E}" type="presParOf" srcId="{F64743F5-1714-4D07-8A7E-6427D203C51D}" destId="{780F0F3F-1679-421B-ABEE-D63A4DD90BA2}" srcOrd="0" destOrd="0" presId="urn:microsoft.com/office/officeart/2005/8/layout/process3"/>
    <dgm:cxn modelId="{47797190-84B3-404E-AD41-88A34E6CACE3}" type="presParOf" srcId="{F64743F5-1714-4D07-8A7E-6427D203C51D}" destId="{D1FD7671-6BD7-457D-8706-56B772369DE8}" srcOrd="1" destOrd="0" presId="urn:microsoft.com/office/officeart/2005/8/layout/process3"/>
    <dgm:cxn modelId="{51DFB38D-9FAD-40B9-B858-5260087FE1B7}" type="presParOf" srcId="{F64743F5-1714-4D07-8A7E-6427D203C51D}" destId="{A62FCB19-79B9-49C4-AD4A-543B1615C777}" srcOrd="2" destOrd="0" presId="urn:microsoft.com/office/officeart/2005/8/layout/process3"/>
    <dgm:cxn modelId="{2101282E-B3C2-4799-9C4D-DAE3C831AF07}" type="presParOf" srcId="{6EBCA79A-0A03-4949-BEEF-5BE21A96FA72}" destId="{A417F040-CD5A-41F4-909C-0CAD62E48C7E}" srcOrd="7" destOrd="0" presId="urn:microsoft.com/office/officeart/2005/8/layout/process3"/>
    <dgm:cxn modelId="{CA5B02FB-FB9A-4A1B-B69A-E6A051C70703}" type="presParOf" srcId="{A417F040-CD5A-41F4-909C-0CAD62E48C7E}" destId="{6961A7B6-CFE9-4039-9329-FD13DA35B8CE}" srcOrd="0" destOrd="0" presId="urn:microsoft.com/office/officeart/2005/8/layout/process3"/>
    <dgm:cxn modelId="{FECC5A95-D6D8-4C76-8521-4B72F3EE19B6}" type="presParOf" srcId="{6EBCA79A-0A03-4949-BEEF-5BE21A96FA72}" destId="{83EB9BBE-5DF4-4EF0-B3BE-22D410E9CA7C}" srcOrd="8" destOrd="0" presId="urn:microsoft.com/office/officeart/2005/8/layout/process3"/>
    <dgm:cxn modelId="{7036906D-867E-4E23-B350-EF2231F0E760}" type="presParOf" srcId="{83EB9BBE-5DF4-4EF0-B3BE-22D410E9CA7C}" destId="{EF1B4B1B-EE72-4B88-9082-F82B5F1A5868}" srcOrd="0" destOrd="0" presId="urn:microsoft.com/office/officeart/2005/8/layout/process3"/>
    <dgm:cxn modelId="{607DC456-36DD-4CAF-BB2F-271A03D43117}" type="presParOf" srcId="{83EB9BBE-5DF4-4EF0-B3BE-22D410E9CA7C}" destId="{0564B863-7244-41E1-B9A7-A08E1ACFBDD7}" srcOrd="1" destOrd="0" presId="urn:microsoft.com/office/officeart/2005/8/layout/process3"/>
    <dgm:cxn modelId="{78348C39-2F4F-4870-A4D9-B3FB6D60C0DC}" type="presParOf" srcId="{83EB9BBE-5DF4-4EF0-B3BE-22D410E9CA7C}" destId="{67FB3BBE-E202-487D-BD76-DD3F6D3F5F8C}" srcOrd="2" destOrd="0" presId="urn:microsoft.com/office/officeart/2005/8/layout/process3"/>
    <dgm:cxn modelId="{58A0A0C6-9976-4553-BD92-7EA938C0BDC2}" type="presParOf" srcId="{6EBCA79A-0A03-4949-BEEF-5BE21A96FA72}" destId="{C44A358E-C949-4500-9987-710790D9A669}" srcOrd="9" destOrd="0" presId="urn:microsoft.com/office/officeart/2005/8/layout/process3"/>
    <dgm:cxn modelId="{B0D066C2-43C9-4FF9-AE21-CF39571A7BF2}" type="presParOf" srcId="{C44A358E-C949-4500-9987-710790D9A669}" destId="{09CDEA0B-6279-44A5-99AA-5B0BDEE4E3A0}" srcOrd="0" destOrd="0" presId="urn:microsoft.com/office/officeart/2005/8/layout/process3"/>
    <dgm:cxn modelId="{C87DD4D9-468E-49CE-8400-78C6304197D8}" type="presParOf" srcId="{6EBCA79A-0A03-4949-BEEF-5BE21A96FA72}" destId="{F0D9F90E-5D91-4580-9711-609AF1051313}" srcOrd="10" destOrd="0" presId="urn:microsoft.com/office/officeart/2005/8/layout/process3"/>
    <dgm:cxn modelId="{4A80E0AB-5152-45FB-95F3-AC95657EEA2B}" type="presParOf" srcId="{F0D9F90E-5D91-4580-9711-609AF1051313}" destId="{0E1BFBE7-33EA-4AAA-81BE-3C981B97A11C}" srcOrd="0" destOrd="0" presId="urn:microsoft.com/office/officeart/2005/8/layout/process3"/>
    <dgm:cxn modelId="{D1DDEFB1-8166-4498-9611-E770F68ED858}" type="presParOf" srcId="{F0D9F90E-5D91-4580-9711-609AF1051313}" destId="{2729B21F-E991-4204-A16E-9EE6CDBD8032}" srcOrd="1" destOrd="0" presId="urn:microsoft.com/office/officeart/2005/8/layout/process3"/>
    <dgm:cxn modelId="{68E9FF8A-2491-4592-B158-7CBB43AEB8EC}" type="presParOf" srcId="{F0D9F90E-5D91-4580-9711-609AF1051313}" destId="{E55327C6-F631-4584-8249-73C213519779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CE5ED3D-40B4-49B2-A0E6-D2077B9B2DB0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</dgm:pt>
    <dgm:pt modelId="{73DD6E8E-09EA-4C4E-B45B-0825CB59D318}">
      <dgm:prSet phldrT="[Texte]" custT="1"/>
      <dgm:spPr/>
      <dgm:t>
        <a:bodyPr/>
        <a:lstStyle/>
        <a:p>
          <a:r>
            <a:rPr lang="fr-FR" sz="1200" dirty="0"/>
            <a:t>CNN</a:t>
          </a:r>
          <a:endParaRPr lang="en-US" sz="1200" dirty="0"/>
        </a:p>
      </dgm:t>
    </dgm:pt>
    <dgm:pt modelId="{42002367-AB8A-4A4B-A096-121D25DDDCA0}" type="parTrans" cxnId="{2CBD6FB4-B28D-4FC3-A0D9-072850BE90B8}">
      <dgm:prSet/>
      <dgm:spPr/>
      <dgm:t>
        <a:bodyPr/>
        <a:lstStyle/>
        <a:p>
          <a:endParaRPr lang="en-US"/>
        </a:p>
      </dgm:t>
    </dgm:pt>
    <dgm:pt modelId="{5F149FFC-70E9-4922-9CCB-E91693580FF9}" type="sibTrans" cxnId="{2CBD6FB4-B28D-4FC3-A0D9-072850BE90B8}">
      <dgm:prSet/>
      <dgm:spPr/>
      <dgm:t>
        <a:bodyPr/>
        <a:lstStyle/>
        <a:p>
          <a:endParaRPr lang="en-US"/>
        </a:p>
      </dgm:t>
    </dgm:pt>
    <dgm:pt modelId="{5C2CAB43-D885-4545-A1B5-88273D6A2090}">
      <dgm:prSet phldrT="[Texte]" custT="1"/>
      <dgm:spPr/>
      <dgm:t>
        <a:bodyPr/>
        <a:lstStyle/>
        <a:p>
          <a:r>
            <a:rPr lang="fr-FR" sz="1100" dirty="0"/>
            <a:t>Sur labels forts</a:t>
          </a:r>
          <a:endParaRPr lang="en-US" sz="1100" dirty="0"/>
        </a:p>
      </dgm:t>
    </dgm:pt>
    <dgm:pt modelId="{2E150D84-7885-4076-A416-383033F08E0F}" type="parTrans" cxnId="{A20D71BC-1573-480D-A26E-53C8EDCF87C2}">
      <dgm:prSet/>
      <dgm:spPr/>
      <dgm:t>
        <a:bodyPr/>
        <a:lstStyle/>
        <a:p>
          <a:endParaRPr lang="en-US"/>
        </a:p>
      </dgm:t>
    </dgm:pt>
    <dgm:pt modelId="{31A6DFBA-0985-499E-93E1-C013E0A2CFC7}" type="sibTrans" cxnId="{A20D71BC-1573-480D-A26E-53C8EDCF87C2}">
      <dgm:prSet/>
      <dgm:spPr/>
      <dgm:t>
        <a:bodyPr/>
        <a:lstStyle/>
        <a:p>
          <a:endParaRPr lang="en-US"/>
        </a:p>
      </dgm:t>
    </dgm:pt>
    <dgm:pt modelId="{6EBCA79A-0A03-4949-BEEF-5BE21A96FA72}" type="pres">
      <dgm:prSet presAssocID="{3CE5ED3D-40B4-49B2-A0E6-D2077B9B2DB0}" presName="linearFlow" presStyleCnt="0">
        <dgm:presLayoutVars>
          <dgm:dir/>
          <dgm:animLvl val="lvl"/>
          <dgm:resizeHandles val="exact"/>
        </dgm:presLayoutVars>
      </dgm:prSet>
      <dgm:spPr/>
    </dgm:pt>
    <dgm:pt modelId="{F0D9F90E-5D91-4580-9711-609AF1051313}" type="pres">
      <dgm:prSet presAssocID="{73DD6E8E-09EA-4C4E-B45B-0825CB59D318}" presName="composite" presStyleCnt="0"/>
      <dgm:spPr/>
    </dgm:pt>
    <dgm:pt modelId="{0E1BFBE7-33EA-4AAA-81BE-3C981B97A11C}" type="pres">
      <dgm:prSet presAssocID="{73DD6E8E-09EA-4C4E-B45B-0825CB59D318}" presName="parTx" presStyleLbl="node1" presStyleIdx="0" presStyleCnt="1">
        <dgm:presLayoutVars>
          <dgm:chMax val="0"/>
          <dgm:chPref val="0"/>
          <dgm:bulletEnabled val="1"/>
        </dgm:presLayoutVars>
      </dgm:prSet>
      <dgm:spPr/>
    </dgm:pt>
    <dgm:pt modelId="{2729B21F-E991-4204-A16E-9EE6CDBD8032}" type="pres">
      <dgm:prSet presAssocID="{73DD6E8E-09EA-4C4E-B45B-0825CB59D318}" presName="parSh" presStyleLbl="node1" presStyleIdx="0" presStyleCnt="1"/>
      <dgm:spPr/>
    </dgm:pt>
    <dgm:pt modelId="{E55327C6-F631-4584-8249-73C213519779}" type="pres">
      <dgm:prSet presAssocID="{73DD6E8E-09EA-4C4E-B45B-0825CB59D318}" presName="desTx" presStyleLbl="fgAcc1" presStyleIdx="0" presStyleCnt="1">
        <dgm:presLayoutVars>
          <dgm:bulletEnabled val="1"/>
        </dgm:presLayoutVars>
      </dgm:prSet>
      <dgm:spPr/>
    </dgm:pt>
  </dgm:ptLst>
  <dgm:cxnLst>
    <dgm:cxn modelId="{4B23F477-AD6A-4445-9DBC-6D6EA44987A1}" type="presOf" srcId="{73DD6E8E-09EA-4C4E-B45B-0825CB59D318}" destId="{0E1BFBE7-33EA-4AAA-81BE-3C981B97A11C}" srcOrd="0" destOrd="0" presId="urn:microsoft.com/office/officeart/2005/8/layout/process3"/>
    <dgm:cxn modelId="{044F2681-C146-46E8-89C0-EF9338B003AD}" type="presOf" srcId="{5C2CAB43-D885-4545-A1B5-88273D6A2090}" destId="{E55327C6-F631-4584-8249-73C213519779}" srcOrd="0" destOrd="0" presId="urn:microsoft.com/office/officeart/2005/8/layout/process3"/>
    <dgm:cxn modelId="{135A1D8B-4364-4EF1-A36A-081978413F63}" type="presOf" srcId="{73DD6E8E-09EA-4C4E-B45B-0825CB59D318}" destId="{2729B21F-E991-4204-A16E-9EE6CDBD8032}" srcOrd="1" destOrd="0" presId="urn:microsoft.com/office/officeart/2005/8/layout/process3"/>
    <dgm:cxn modelId="{2CBD6FB4-B28D-4FC3-A0D9-072850BE90B8}" srcId="{3CE5ED3D-40B4-49B2-A0E6-D2077B9B2DB0}" destId="{73DD6E8E-09EA-4C4E-B45B-0825CB59D318}" srcOrd="0" destOrd="0" parTransId="{42002367-AB8A-4A4B-A096-121D25DDDCA0}" sibTransId="{5F149FFC-70E9-4922-9CCB-E91693580FF9}"/>
    <dgm:cxn modelId="{32AFCCB5-BE53-42E3-A832-26B46C742451}" type="presOf" srcId="{3CE5ED3D-40B4-49B2-A0E6-D2077B9B2DB0}" destId="{6EBCA79A-0A03-4949-BEEF-5BE21A96FA72}" srcOrd="0" destOrd="0" presId="urn:microsoft.com/office/officeart/2005/8/layout/process3"/>
    <dgm:cxn modelId="{A20D71BC-1573-480D-A26E-53C8EDCF87C2}" srcId="{73DD6E8E-09EA-4C4E-B45B-0825CB59D318}" destId="{5C2CAB43-D885-4545-A1B5-88273D6A2090}" srcOrd="0" destOrd="0" parTransId="{2E150D84-7885-4076-A416-383033F08E0F}" sibTransId="{31A6DFBA-0985-499E-93E1-C013E0A2CFC7}"/>
    <dgm:cxn modelId="{C87DD4D9-468E-49CE-8400-78C6304197D8}" type="presParOf" srcId="{6EBCA79A-0A03-4949-BEEF-5BE21A96FA72}" destId="{F0D9F90E-5D91-4580-9711-609AF1051313}" srcOrd="0" destOrd="0" presId="urn:microsoft.com/office/officeart/2005/8/layout/process3"/>
    <dgm:cxn modelId="{4A80E0AB-5152-45FB-95F3-AC95657EEA2B}" type="presParOf" srcId="{F0D9F90E-5D91-4580-9711-609AF1051313}" destId="{0E1BFBE7-33EA-4AAA-81BE-3C981B97A11C}" srcOrd="0" destOrd="0" presId="urn:microsoft.com/office/officeart/2005/8/layout/process3"/>
    <dgm:cxn modelId="{D1DDEFB1-8166-4498-9611-E770F68ED858}" type="presParOf" srcId="{F0D9F90E-5D91-4580-9711-609AF1051313}" destId="{2729B21F-E991-4204-A16E-9EE6CDBD8032}" srcOrd="1" destOrd="0" presId="urn:microsoft.com/office/officeart/2005/8/layout/process3"/>
    <dgm:cxn modelId="{68E9FF8A-2491-4592-B158-7CBB43AEB8EC}" type="presParOf" srcId="{F0D9F90E-5D91-4580-9711-609AF1051313}" destId="{E55327C6-F631-4584-8249-73C213519779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CE5ED3D-40B4-49B2-A0E6-D2077B9B2DB0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</dgm:pt>
    <dgm:pt modelId="{2127D867-BE31-449A-9699-23698FF7553E}">
      <dgm:prSet phldrT="[Texte]" custT="1"/>
      <dgm:spPr/>
      <dgm:t>
        <a:bodyPr/>
        <a:lstStyle/>
        <a:p>
          <a:r>
            <a:rPr lang="fr-FR" sz="1200" dirty="0" err="1"/>
            <a:t>Embedding</a:t>
          </a:r>
          <a:endParaRPr lang="en-US" sz="1200" dirty="0"/>
        </a:p>
      </dgm:t>
    </dgm:pt>
    <dgm:pt modelId="{CD6B118D-2BDB-4D74-8E37-C590545B4B99}" type="parTrans" cxnId="{1F6C148E-379E-4D8C-B449-AE17F7AEB2E2}">
      <dgm:prSet/>
      <dgm:spPr/>
      <dgm:t>
        <a:bodyPr/>
        <a:lstStyle/>
        <a:p>
          <a:endParaRPr lang="en-US"/>
        </a:p>
      </dgm:t>
    </dgm:pt>
    <dgm:pt modelId="{02F86CCB-1E08-4CCD-8B49-52E04407FD3A}" type="sibTrans" cxnId="{1F6C148E-379E-4D8C-B449-AE17F7AEB2E2}">
      <dgm:prSet/>
      <dgm:spPr/>
      <dgm:t>
        <a:bodyPr/>
        <a:lstStyle/>
        <a:p>
          <a:endParaRPr lang="en-US"/>
        </a:p>
      </dgm:t>
    </dgm:pt>
    <dgm:pt modelId="{E9D9AF0A-03A2-400C-8D62-7FD014A580E3}">
      <dgm:prSet phldrT="[Texte]" custT="1"/>
      <dgm:spPr/>
      <dgm:t>
        <a:bodyPr/>
        <a:lstStyle/>
        <a:p>
          <a:r>
            <a:rPr lang="fr-FR" sz="1200" dirty="0"/>
            <a:t>Standardisation</a:t>
          </a:r>
          <a:endParaRPr lang="en-US" sz="1200" dirty="0"/>
        </a:p>
      </dgm:t>
    </dgm:pt>
    <dgm:pt modelId="{EDBF4B07-B7F4-4619-8F40-12F361B5EF2B}" type="parTrans" cxnId="{638A7BBA-93FD-4BF8-B3A2-A06C7CB29565}">
      <dgm:prSet/>
      <dgm:spPr/>
      <dgm:t>
        <a:bodyPr/>
        <a:lstStyle/>
        <a:p>
          <a:endParaRPr lang="en-US"/>
        </a:p>
      </dgm:t>
    </dgm:pt>
    <dgm:pt modelId="{B88B9E46-3167-48F1-B9F0-92C04F1EDDCD}" type="sibTrans" cxnId="{638A7BBA-93FD-4BF8-B3A2-A06C7CB29565}">
      <dgm:prSet/>
      <dgm:spPr/>
      <dgm:t>
        <a:bodyPr/>
        <a:lstStyle/>
        <a:p>
          <a:endParaRPr lang="en-US"/>
        </a:p>
      </dgm:t>
    </dgm:pt>
    <dgm:pt modelId="{36A9DD92-2B19-4C29-A362-F7FB32BFC37A}">
      <dgm:prSet phldrT="[Texte]" custT="1"/>
      <dgm:spPr/>
      <dgm:t>
        <a:bodyPr/>
        <a:lstStyle/>
        <a:p>
          <a:r>
            <a:rPr lang="fr-FR" sz="1200" dirty="0"/>
            <a:t>Reduction de dimension</a:t>
          </a:r>
          <a:endParaRPr lang="en-US" sz="1200" dirty="0"/>
        </a:p>
      </dgm:t>
    </dgm:pt>
    <dgm:pt modelId="{9331B1F7-7500-415A-A16D-22BE50E29ABC}" type="parTrans" cxnId="{D115A7D5-8DF4-4186-9015-F51886D95A87}">
      <dgm:prSet/>
      <dgm:spPr/>
      <dgm:t>
        <a:bodyPr/>
        <a:lstStyle/>
        <a:p>
          <a:endParaRPr lang="en-US"/>
        </a:p>
      </dgm:t>
    </dgm:pt>
    <dgm:pt modelId="{44A42C48-D525-486F-87EF-1B9B1D3D7C1D}" type="sibTrans" cxnId="{D115A7D5-8DF4-4186-9015-F51886D95A87}">
      <dgm:prSet/>
      <dgm:spPr/>
      <dgm:t>
        <a:bodyPr/>
        <a:lstStyle/>
        <a:p>
          <a:endParaRPr lang="en-US"/>
        </a:p>
      </dgm:t>
    </dgm:pt>
    <dgm:pt modelId="{F2BD3B72-FA65-4AB0-9267-9A72585622BB}">
      <dgm:prSet phldrT="[Texte]"/>
      <dgm:spPr/>
      <dgm:t>
        <a:bodyPr/>
        <a:lstStyle/>
        <a:p>
          <a:r>
            <a:rPr lang="fr-FR" dirty="0" err="1"/>
            <a:t>ResNet</a:t>
          </a:r>
          <a:r>
            <a:rPr lang="fr-FR" dirty="0"/>
            <a:t> 50</a:t>
          </a:r>
          <a:endParaRPr lang="en-US" dirty="0"/>
        </a:p>
      </dgm:t>
    </dgm:pt>
    <dgm:pt modelId="{AB728CEF-A18F-4393-9740-58DD1FB12AAB}" type="parTrans" cxnId="{2F7BA8E4-32F1-4DDB-BAFF-FF40B446AF3F}">
      <dgm:prSet/>
      <dgm:spPr/>
      <dgm:t>
        <a:bodyPr/>
        <a:lstStyle/>
        <a:p>
          <a:endParaRPr lang="en-US"/>
        </a:p>
      </dgm:t>
    </dgm:pt>
    <dgm:pt modelId="{8CB4282C-044B-463A-A988-86D872020D5F}" type="sibTrans" cxnId="{2F7BA8E4-32F1-4DDB-BAFF-FF40B446AF3F}">
      <dgm:prSet/>
      <dgm:spPr/>
      <dgm:t>
        <a:bodyPr/>
        <a:lstStyle/>
        <a:p>
          <a:endParaRPr lang="en-US"/>
        </a:p>
      </dgm:t>
    </dgm:pt>
    <dgm:pt modelId="{26F4F38F-20D2-4DAF-91F4-F0B281D77F08}">
      <dgm:prSet phldrT="[Texte]"/>
      <dgm:spPr/>
      <dgm:t>
        <a:bodyPr/>
        <a:lstStyle/>
        <a:p>
          <a:r>
            <a:rPr lang="fr-FR" dirty="0" err="1"/>
            <a:t>EfficientNet</a:t>
          </a:r>
          <a:r>
            <a:rPr lang="fr-FR" dirty="0"/>
            <a:t> b4</a:t>
          </a:r>
          <a:endParaRPr lang="en-US" dirty="0"/>
        </a:p>
      </dgm:t>
    </dgm:pt>
    <dgm:pt modelId="{F64432C0-BAB0-4171-ACB3-6427E92C40A1}" type="parTrans" cxnId="{4089603C-6BFE-4453-A7E1-96F882192484}">
      <dgm:prSet/>
      <dgm:spPr/>
      <dgm:t>
        <a:bodyPr/>
        <a:lstStyle/>
        <a:p>
          <a:endParaRPr lang="en-US"/>
        </a:p>
      </dgm:t>
    </dgm:pt>
    <dgm:pt modelId="{F02BD39E-0BD6-4DEE-BFA9-0F72A2E5C826}" type="sibTrans" cxnId="{4089603C-6BFE-4453-A7E1-96F882192484}">
      <dgm:prSet/>
      <dgm:spPr/>
      <dgm:t>
        <a:bodyPr/>
        <a:lstStyle/>
        <a:p>
          <a:endParaRPr lang="en-US"/>
        </a:p>
      </dgm:t>
    </dgm:pt>
    <dgm:pt modelId="{D8C7401B-1107-458B-837E-69444C463191}">
      <dgm:prSet phldrT="[Texte]" custT="1"/>
      <dgm:spPr/>
      <dgm:t>
        <a:bodyPr/>
        <a:lstStyle/>
        <a:p>
          <a:r>
            <a:rPr lang="fr-FR" sz="1200" dirty="0" err="1"/>
            <a:t>Dataset</a:t>
          </a:r>
          <a:r>
            <a:rPr lang="fr-FR" sz="1200" dirty="0"/>
            <a:t> </a:t>
          </a:r>
          <a:r>
            <a:rPr lang="fr-FR" sz="1200" dirty="0" err="1"/>
            <a:t>Pytorch</a:t>
          </a:r>
          <a:endParaRPr lang="en-US" sz="1200" dirty="0"/>
        </a:p>
      </dgm:t>
    </dgm:pt>
    <dgm:pt modelId="{FE149304-4598-4502-AA9E-F3F176A086CD}" type="parTrans" cxnId="{222E8EE5-228F-424F-A738-BE9C20077763}">
      <dgm:prSet/>
      <dgm:spPr/>
      <dgm:t>
        <a:bodyPr/>
        <a:lstStyle/>
        <a:p>
          <a:endParaRPr lang="en-US"/>
        </a:p>
      </dgm:t>
    </dgm:pt>
    <dgm:pt modelId="{9B07F093-31C9-4D46-9940-26DE5EB98CD2}" type="sibTrans" cxnId="{222E8EE5-228F-424F-A738-BE9C20077763}">
      <dgm:prSet/>
      <dgm:spPr/>
      <dgm:t>
        <a:bodyPr/>
        <a:lstStyle/>
        <a:p>
          <a:endParaRPr lang="en-US"/>
        </a:p>
      </dgm:t>
    </dgm:pt>
    <dgm:pt modelId="{6B5614B3-3BC0-437C-902E-03169ECB2EC5}">
      <dgm:prSet phldrT="[Texte]"/>
      <dgm:spPr/>
      <dgm:t>
        <a:bodyPr/>
        <a:lstStyle/>
        <a:p>
          <a:r>
            <a:rPr lang="fr-FR" dirty="0" err="1"/>
            <a:t>Resize</a:t>
          </a:r>
          <a:r>
            <a:rPr lang="fr-FR" dirty="0"/>
            <a:t> 224x224</a:t>
          </a:r>
          <a:endParaRPr lang="en-US" dirty="0"/>
        </a:p>
      </dgm:t>
    </dgm:pt>
    <dgm:pt modelId="{6E52F844-33BD-4094-85E9-A27C9D604600}" type="parTrans" cxnId="{DBA0E821-87C0-4A54-B65B-DAE12142AF35}">
      <dgm:prSet/>
      <dgm:spPr/>
      <dgm:t>
        <a:bodyPr/>
        <a:lstStyle/>
        <a:p>
          <a:endParaRPr lang="en-US"/>
        </a:p>
      </dgm:t>
    </dgm:pt>
    <dgm:pt modelId="{C523C919-5C59-4AE1-B766-964401418325}" type="sibTrans" cxnId="{DBA0E821-87C0-4A54-B65B-DAE12142AF35}">
      <dgm:prSet/>
      <dgm:spPr/>
      <dgm:t>
        <a:bodyPr/>
        <a:lstStyle/>
        <a:p>
          <a:endParaRPr lang="en-US"/>
        </a:p>
      </dgm:t>
    </dgm:pt>
    <dgm:pt modelId="{A4CBA8E0-4282-4DEC-8874-8DCFB690ECFB}">
      <dgm:prSet phldrT="[Texte]"/>
      <dgm:spPr/>
      <dgm:t>
        <a:bodyPr/>
        <a:lstStyle/>
        <a:p>
          <a:r>
            <a:rPr lang="fr-FR" dirty="0"/>
            <a:t>Normalisation </a:t>
          </a:r>
          <a:r>
            <a:rPr lang="fr-FR" dirty="0" err="1"/>
            <a:t>Imagenet</a:t>
          </a:r>
          <a:r>
            <a:rPr lang="fr-FR" dirty="0"/>
            <a:t> </a:t>
          </a:r>
          <a:endParaRPr lang="en-US" dirty="0"/>
        </a:p>
      </dgm:t>
    </dgm:pt>
    <dgm:pt modelId="{6BF2CFEA-4E50-4144-91C7-A6B76BB26CCB}" type="parTrans" cxnId="{134B65B5-7E51-40AF-8BE7-922CE6AE9FFD}">
      <dgm:prSet/>
      <dgm:spPr/>
      <dgm:t>
        <a:bodyPr/>
        <a:lstStyle/>
        <a:p>
          <a:endParaRPr lang="en-US"/>
        </a:p>
      </dgm:t>
    </dgm:pt>
    <dgm:pt modelId="{51B06AF9-E22C-47A6-AC7F-F7F23E573866}" type="sibTrans" cxnId="{134B65B5-7E51-40AF-8BE7-922CE6AE9FFD}">
      <dgm:prSet/>
      <dgm:spPr/>
      <dgm:t>
        <a:bodyPr/>
        <a:lstStyle/>
        <a:p>
          <a:endParaRPr lang="en-US"/>
        </a:p>
      </dgm:t>
    </dgm:pt>
    <dgm:pt modelId="{310E6CFA-76EE-4CB9-AC56-4B39AEB6C1D1}">
      <dgm:prSet phldrT="[Texte]"/>
      <dgm:spPr/>
      <dgm:t>
        <a:bodyPr/>
        <a:lstStyle/>
        <a:p>
          <a:r>
            <a:rPr lang="fr-FR" dirty="0" err="1"/>
            <a:t>StandardScaler</a:t>
          </a:r>
          <a:endParaRPr lang="en-US" dirty="0"/>
        </a:p>
      </dgm:t>
    </dgm:pt>
    <dgm:pt modelId="{C5534310-FEDB-4C87-A3AB-5ECF42EC4348}" type="parTrans" cxnId="{D781944E-71CF-4A81-9C74-EBA1E3B1ACE0}">
      <dgm:prSet/>
      <dgm:spPr/>
      <dgm:t>
        <a:bodyPr/>
        <a:lstStyle/>
        <a:p>
          <a:endParaRPr lang="en-US"/>
        </a:p>
      </dgm:t>
    </dgm:pt>
    <dgm:pt modelId="{E062B4F2-1B16-4CAA-B4FC-83C8A110B2D1}" type="sibTrans" cxnId="{D781944E-71CF-4A81-9C74-EBA1E3B1ACE0}">
      <dgm:prSet/>
      <dgm:spPr/>
      <dgm:t>
        <a:bodyPr/>
        <a:lstStyle/>
        <a:p>
          <a:endParaRPr lang="en-US"/>
        </a:p>
      </dgm:t>
    </dgm:pt>
    <dgm:pt modelId="{DBB453F0-5AE5-432A-BCEA-CBF2DA3855D6}">
      <dgm:prSet phldrT="[Texte]"/>
      <dgm:spPr/>
      <dgm:t>
        <a:bodyPr/>
        <a:lstStyle/>
        <a:p>
          <a:r>
            <a:rPr lang="fr-FR" dirty="0"/>
            <a:t>PCA</a:t>
          </a:r>
          <a:endParaRPr lang="en-US" dirty="0"/>
        </a:p>
      </dgm:t>
    </dgm:pt>
    <dgm:pt modelId="{C19C413F-1468-421C-83F5-854A91667A34}" type="parTrans" cxnId="{260534C2-6021-45A6-8D02-98277D677292}">
      <dgm:prSet/>
      <dgm:spPr/>
      <dgm:t>
        <a:bodyPr/>
        <a:lstStyle/>
        <a:p>
          <a:endParaRPr lang="en-US"/>
        </a:p>
      </dgm:t>
    </dgm:pt>
    <dgm:pt modelId="{5ED8C9A1-53C4-43BF-9E2E-73EFA1DA48E4}" type="sibTrans" cxnId="{260534C2-6021-45A6-8D02-98277D677292}">
      <dgm:prSet/>
      <dgm:spPr/>
      <dgm:t>
        <a:bodyPr/>
        <a:lstStyle/>
        <a:p>
          <a:endParaRPr lang="en-US"/>
        </a:p>
      </dgm:t>
    </dgm:pt>
    <dgm:pt modelId="{7C11516A-9937-4819-9A8A-258A6430816D}">
      <dgm:prSet phldrT="[Texte]" custT="1"/>
      <dgm:spPr/>
      <dgm:t>
        <a:bodyPr/>
        <a:lstStyle/>
        <a:p>
          <a:r>
            <a:rPr lang="fr-FR" sz="1200" dirty="0"/>
            <a:t>Clustering</a:t>
          </a:r>
          <a:endParaRPr lang="en-US" sz="1200" dirty="0"/>
        </a:p>
      </dgm:t>
    </dgm:pt>
    <dgm:pt modelId="{E2CBBCD6-642F-44E9-A66C-719492FEF561}" type="parTrans" cxnId="{12ACAFE6-8FC1-48D6-9856-1C480D350D09}">
      <dgm:prSet/>
      <dgm:spPr/>
      <dgm:t>
        <a:bodyPr/>
        <a:lstStyle/>
        <a:p>
          <a:endParaRPr lang="en-US"/>
        </a:p>
      </dgm:t>
    </dgm:pt>
    <dgm:pt modelId="{D4915C26-F969-49EF-BF90-241F890B8840}" type="sibTrans" cxnId="{12ACAFE6-8FC1-48D6-9856-1C480D350D09}">
      <dgm:prSet/>
      <dgm:spPr/>
      <dgm:t>
        <a:bodyPr/>
        <a:lstStyle/>
        <a:p>
          <a:endParaRPr lang="en-US"/>
        </a:p>
      </dgm:t>
    </dgm:pt>
    <dgm:pt modelId="{BE022753-7F43-427D-9CEC-88C137275989}">
      <dgm:prSet phldrT="[Texte]"/>
      <dgm:spPr/>
      <dgm:t>
        <a:bodyPr/>
        <a:lstStyle/>
        <a:p>
          <a:r>
            <a:rPr lang="fr-FR" dirty="0" err="1"/>
            <a:t>K_Means</a:t>
          </a:r>
          <a:endParaRPr lang="en-US" dirty="0"/>
        </a:p>
      </dgm:t>
    </dgm:pt>
    <dgm:pt modelId="{DD4284D6-8C88-41EB-BEBF-4BFA79C88F88}" type="parTrans" cxnId="{82F886CD-BD50-4CBD-8BAB-446B0973972C}">
      <dgm:prSet/>
      <dgm:spPr/>
      <dgm:t>
        <a:bodyPr/>
        <a:lstStyle/>
        <a:p>
          <a:endParaRPr lang="en-US"/>
        </a:p>
      </dgm:t>
    </dgm:pt>
    <dgm:pt modelId="{3D67C510-B163-46DB-9E24-DA7395D8DDDA}" type="sibTrans" cxnId="{82F886CD-BD50-4CBD-8BAB-446B0973972C}">
      <dgm:prSet/>
      <dgm:spPr/>
      <dgm:t>
        <a:bodyPr/>
        <a:lstStyle/>
        <a:p>
          <a:endParaRPr lang="en-US"/>
        </a:p>
      </dgm:t>
    </dgm:pt>
    <dgm:pt modelId="{0C477219-73EA-479E-BFA8-B29AE140D4A8}">
      <dgm:prSet phldrT="[Texte]"/>
      <dgm:spPr/>
      <dgm:t>
        <a:bodyPr/>
        <a:lstStyle/>
        <a:p>
          <a:r>
            <a:rPr lang="fr-FR" dirty="0"/>
            <a:t>DBSCAN</a:t>
          </a:r>
          <a:endParaRPr lang="en-US" dirty="0"/>
        </a:p>
      </dgm:t>
    </dgm:pt>
    <dgm:pt modelId="{E0DC5844-BBBE-4202-B207-F3AB150419B5}" type="parTrans" cxnId="{28448947-358D-45CF-83D8-FBF68F7750E9}">
      <dgm:prSet/>
      <dgm:spPr/>
      <dgm:t>
        <a:bodyPr/>
        <a:lstStyle/>
        <a:p>
          <a:endParaRPr lang="en-US"/>
        </a:p>
      </dgm:t>
    </dgm:pt>
    <dgm:pt modelId="{974E5536-1D25-4705-920C-450E7CA07F07}" type="sibTrans" cxnId="{28448947-358D-45CF-83D8-FBF68F7750E9}">
      <dgm:prSet/>
      <dgm:spPr/>
      <dgm:t>
        <a:bodyPr/>
        <a:lstStyle/>
        <a:p>
          <a:endParaRPr lang="en-US"/>
        </a:p>
      </dgm:t>
    </dgm:pt>
    <dgm:pt modelId="{73DD6E8E-09EA-4C4E-B45B-0825CB59D318}">
      <dgm:prSet phldrT="[Texte]" custT="1"/>
      <dgm:spPr/>
      <dgm:t>
        <a:bodyPr/>
        <a:lstStyle/>
        <a:p>
          <a:r>
            <a:rPr lang="fr-FR" sz="1200" dirty="0"/>
            <a:t>CNN</a:t>
          </a:r>
          <a:endParaRPr lang="en-US" sz="1200" dirty="0"/>
        </a:p>
      </dgm:t>
    </dgm:pt>
    <dgm:pt modelId="{42002367-AB8A-4A4B-A096-121D25DDDCA0}" type="parTrans" cxnId="{2CBD6FB4-B28D-4FC3-A0D9-072850BE90B8}">
      <dgm:prSet/>
      <dgm:spPr/>
      <dgm:t>
        <a:bodyPr/>
        <a:lstStyle/>
        <a:p>
          <a:endParaRPr lang="en-US"/>
        </a:p>
      </dgm:t>
    </dgm:pt>
    <dgm:pt modelId="{5F149FFC-70E9-4922-9CCB-E91693580FF9}" type="sibTrans" cxnId="{2CBD6FB4-B28D-4FC3-A0D9-072850BE90B8}">
      <dgm:prSet/>
      <dgm:spPr/>
      <dgm:t>
        <a:bodyPr/>
        <a:lstStyle/>
        <a:p>
          <a:endParaRPr lang="en-US"/>
        </a:p>
      </dgm:t>
    </dgm:pt>
    <dgm:pt modelId="{5C2CAB43-D885-4545-A1B5-88273D6A2090}">
      <dgm:prSet phldrT="[Texte]"/>
      <dgm:spPr/>
      <dgm:t>
        <a:bodyPr/>
        <a:lstStyle/>
        <a:p>
          <a:r>
            <a:rPr lang="fr-FR" dirty="0"/>
            <a:t>Sur labels faibles</a:t>
          </a:r>
          <a:endParaRPr lang="en-US" dirty="0"/>
        </a:p>
      </dgm:t>
    </dgm:pt>
    <dgm:pt modelId="{2E150D84-7885-4076-A416-383033F08E0F}" type="parTrans" cxnId="{A20D71BC-1573-480D-A26E-53C8EDCF87C2}">
      <dgm:prSet/>
      <dgm:spPr/>
      <dgm:t>
        <a:bodyPr/>
        <a:lstStyle/>
        <a:p>
          <a:endParaRPr lang="en-US"/>
        </a:p>
      </dgm:t>
    </dgm:pt>
    <dgm:pt modelId="{31A6DFBA-0985-499E-93E1-C013E0A2CFC7}" type="sibTrans" cxnId="{A20D71BC-1573-480D-A26E-53C8EDCF87C2}">
      <dgm:prSet/>
      <dgm:spPr/>
      <dgm:t>
        <a:bodyPr/>
        <a:lstStyle/>
        <a:p>
          <a:endParaRPr lang="en-US"/>
        </a:p>
      </dgm:t>
    </dgm:pt>
    <dgm:pt modelId="{50449392-9428-4A8F-83DF-BC6788B04E21}">
      <dgm:prSet phldrT="[Texte]"/>
      <dgm:spPr/>
      <dgm:t>
        <a:bodyPr/>
        <a:lstStyle/>
        <a:p>
          <a:r>
            <a:rPr lang="fr-FR" dirty="0" err="1"/>
            <a:t>Finetuning</a:t>
          </a:r>
          <a:endParaRPr lang="en-US" dirty="0"/>
        </a:p>
      </dgm:t>
    </dgm:pt>
    <dgm:pt modelId="{BA039285-FFB8-4D76-BD2B-AE8E09DA2F7C}" type="parTrans" cxnId="{FA4214A4-BECD-45E8-B598-F41755B9654E}">
      <dgm:prSet/>
      <dgm:spPr/>
      <dgm:t>
        <a:bodyPr/>
        <a:lstStyle/>
        <a:p>
          <a:endParaRPr lang="en-US"/>
        </a:p>
      </dgm:t>
    </dgm:pt>
    <dgm:pt modelId="{C76CB2D7-78FE-4D89-BB9E-7CDA52A1E0F5}" type="sibTrans" cxnId="{FA4214A4-BECD-45E8-B598-F41755B9654E}">
      <dgm:prSet/>
      <dgm:spPr/>
      <dgm:t>
        <a:bodyPr/>
        <a:lstStyle/>
        <a:p>
          <a:endParaRPr lang="en-US"/>
        </a:p>
      </dgm:t>
    </dgm:pt>
    <dgm:pt modelId="{9F5B7A23-1E1F-4318-B7B2-3031B0A34FE4}">
      <dgm:prSet phldrT="[Texte]"/>
      <dgm:spPr/>
      <dgm:t>
        <a:bodyPr/>
        <a:lstStyle/>
        <a:p>
          <a:r>
            <a:rPr lang="fr-FR" dirty="0"/>
            <a:t>Visualisation t-SNE</a:t>
          </a:r>
          <a:endParaRPr lang="en-US" dirty="0"/>
        </a:p>
      </dgm:t>
    </dgm:pt>
    <dgm:pt modelId="{40DEAB66-3900-4D2D-AE37-FCC64F0C6898}" type="parTrans" cxnId="{3998F8CA-8A53-4E61-9D1A-D4DDF77CA5D5}">
      <dgm:prSet/>
      <dgm:spPr/>
      <dgm:t>
        <a:bodyPr/>
        <a:lstStyle/>
        <a:p>
          <a:endParaRPr lang="en-US"/>
        </a:p>
      </dgm:t>
    </dgm:pt>
    <dgm:pt modelId="{CD5C6DD2-2C78-46C6-9FCA-FEE9C24AE98F}" type="sibTrans" cxnId="{3998F8CA-8A53-4E61-9D1A-D4DDF77CA5D5}">
      <dgm:prSet/>
      <dgm:spPr/>
      <dgm:t>
        <a:bodyPr/>
        <a:lstStyle/>
        <a:p>
          <a:endParaRPr lang="en-US"/>
        </a:p>
      </dgm:t>
    </dgm:pt>
    <dgm:pt modelId="{6EBCA79A-0A03-4949-BEEF-5BE21A96FA72}" type="pres">
      <dgm:prSet presAssocID="{3CE5ED3D-40B4-49B2-A0E6-D2077B9B2DB0}" presName="linearFlow" presStyleCnt="0">
        <dgm:presLayoutVars>
          <dgm:dir/>
          <dgm:animLvl val="lvl"/>
          <dgm:resizeHandles val="exact"/>
        </dgm:presLayoutVars>
      </dgm:prSet>
      <dgm:spPr/>
    </dgm:pt>
    <dgm:pt modelId="{7AB1092E-86A7-4042-BDAD-9E5C3F67E6B4}" type="pres">
      <dgm:prSet presAssocID="{D8C7401B-1107-458B-837E-69444C463191}" presName="composite" presStyleCnt="0"/>
      <dgm:spPr/>
    </dgm:pt>
    <dgm:pt modelId="{E6C88B7A-86FF-4A58-B876-5F677F8FEAC4}" type="pres">
      <dgm:prSet presAssocID="{D8C7401B-1107-458B-837E-69444C463191}" presName="parTx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E0039197-DEE4-43BA-81C2-4E5769050D16}" type="pres">
      <dgm:prSet presAssocID="{D8C7401B-1107-458B-837E-69444C463191}" presName="parSh" presStyleLbl="node1" presStyleIdx="0" presStyleCnt="6" custLinFactNeighborX="978"/>
      <dgm:spPr/>
    </dgm:pt>
    <dgm:pt modelId="{C8FA46CC-7D20-4A2E-91E4-4EBE856496D7}" type="pres">
      <dgm:prSet presAssocID="{D8C7401B-1107-458B-837E-69444C463191}" presName="desTx" presStyleLbl="fgAcc1" presStyleIdx="0" presStyleCnt="6">
        <dgm:presLayoutVars>
          <dgm:bulletEnabled val="1"/>
        </dgm:presLayoutVars>
      </dgm:prSet>
      <dgm:spPr/>
    </dgm:pt>
    <dgm:pt modelId="{4F059184-ADAD-41E7-9F75-1CAB483F23B6}" type="pres">
      <dgm:prSet presAssocID="{9B07F093-31C9-4D46-9940-26DE5EB98CD2}" presName="sibTrans" presStyleLbl="sibTrans2D1" presStyleIdx="0" presStyleCnt="5"/>
      <dgm:spPr/>
    </dgm:pt>
    <dgm:pt modelId="{F2C26AF4-2C81-474E-B21A-C38D51FDFB12}" type="pres">
      <dgm:prSet presAssocID="{9B07F093-31C9-4D46-9940-26DE5EB98CD2}" presName="connTx" presStyleLbl="sibTrans2D1" presStyleIdx="0" presStyleCnt="5"/>
      <dgm:spPr/>
    </dgm:pt>
    <dgm:pt modelId="{53E63C9E-95D4-400D-8266-91080A258990}" type="pres">
      <dgm:prSet presAssocID="{2127D867-BE31-449A-9699-23698FF7553E}" presName="composite" presStyleCnt="0"/>
      <dgm:spPr/>
    </dgm:pt>
    <dgm:pt modelId="{5EFFD257-411D-4BE6-82C5-4C0638F8F4D2}" type="pres">
      <dgm:prSet presAssocID="{2127D867-BE31-449A-9699-23698FF7553E}" presName="parTx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94A58DC2-9600-47BD-9349-9FA33A1B8074}" type="pres">
      <dgm:prSet presAssocID="{2127D867-BE31-449A-9699-23698FF7553E}" presName="parSh" presStyleLbl="node1" presStyleIdx="1" presStyleCnt="6" custLinFactNeighborX="978"/>
      <dgm:spPr/>
    </dgm:pt>
    <dgm:pt modelId="{878EF815-8F21-406C-AF87-5C782900E1A7}" type="pres">
      <dgm:prSet presAssocID="{2127D867-BE31-449A-9699-23698FF7553E}" presName="desTx" presStyleLbl="fgAcc1" presStyleIdx="1" presStyleCnt="6">
        <dgm:presLayoutVars>
          <dgm:bulletEnabled val="1"/>
        </dgm:presLayoutVars>
      </dgm:prSet>
      <dgm:spPr/>
    </dgm:pt>
    <dgm:pt modelId="{84042F93-5D45-4AEB-987D-67D85B212F03}" type="pres">
      <dgm:prSet presAssocID="{02F86CCB-1E08-4CCD-8B49-52E04407FD3A}" presName="sibTrans" presStyleLbl="sibTrans2D1" presStyleIdx="1" presStyleCnt="5"/>
      <dgm:spPr/>
    </dgm:pt>
    <dgm:pt modelId="{E6CDBDE5-5A06-45E9-BD89-772CB61F4102}" type="pres">
      <dgm:prSet presAssocID="{02F86CCB-1E08-4CCD-8B49-52E04407FD3A}" presName="connTx" presStyleLbl="sibTrans2D1" presStyleIdx="1" presStyleCnt="5"/>
      <dgm:spPr/>
    </dgm:pt>
    <dgm:pt modelId="{FD28CEB2-A95F-4922-96AE-D89E96C7A028}" type="pres">
      <dgm:prSet presAssocID="{E9D9AF0A-03A2-400C-8D62-7FD014A580E3}" presName="composite" presStyleCnt="0"/>
      <dgm:spPr/>
    </dgm:pt>
    <dgm:pt modelId="{194D9B8A-1D16-4F2A-8DA3-965898AC0CB7}" type="pres">
      <dgm:prSet presAssocID="{E9D9AF0A-03A2-400C-8D62-7FD014A580E3}" presName="parTx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2C12FE64-C148-46CF-901F-081CBA511F68}" type="pres">
      <dgm:prSet presAssocID="{E9D9AF0A-03A2-400C-8D62-7FD014A580E3}" presName="parSh" presStyleLbl="node1" presStyleIdx="2" presStyleCnt="6" custLinFactNeighborX="978"/>
      <dgm:spPr/>
    </dgm:pt>
    <dgm:pt modelId="{CFAFC0F1-4F74-44E0-B935-67FEDB0B9936}" type="pres">
      <dgm:prSet presAssocID="{E9D9AF0A-03A2-400C-8D62-7FD014A580E3}" presName="desTx" presStyleLbl="fgAcc1" presStyleIdx="2" presStyleCnt="6">
        <dgm:presLayoutVars>
          <dgm:bulletEnabled val="1"/>
        </dgm:presLayoutVars>
      </dgm:prSet>
      <dgm:spPr/>
    </dgm:pt>
    <dgm:pt modelId="{BCC1DD08-4121-4F73-BE97-B9784C8D42EB}" type="pres">
      <dgm:prSet presAssocID="{B88B9E46-3167-48F1-B9F0-92C04F1EDDCD}" presName="sibTrans" presStyleLbl="sibTrans2D1" presStyleIdx="2" presStyleCnt="5"/>
      <dgm:spPr/>
    </dgm:pt>
    <dgm:pt modelId="{2F80302F-3AAD-49DB-A00D-47FCF280D7B8}" type="pres">
      <dgm:prSet presAssocID="{B88B9E46-3167-48F1-B9F0-92C04F1EDDCD}" presName="connTx" presStyleLbl="sibTrans2D1" presStyleIdx="2" presStyleCnt="5"/>
      <dgm:spPr/>
    </dgm:pt>
    <dgm:pt modelId="{F64743F5-1714-4D07-8A7E-6427D203C51D}" type="pres">
      <dgm:prSet presAssocID="{36A9DD92-2B19-4C29-A362-F7FB32BFC37A}" presName="composite" presStyleCnt="0"/>
      <dgm:spPr/>
    </dgm:pt>
    <dgm:pt modelId="{780F0F3F-1679-421B-ABEE-D63A4DD90BA2}" type="pres">
      <dgm:prSet presAssocID="{36A9DD92-2B19-4C29-A362-F7FB32BFC37A}" presName="parTx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D1FD7671-6BD7-457D-8706-56B772369DE8}" type="pres">
      <dgm:prSet presAssocID="{36A9DD92-2B19-4C29-A362-F7FB32BFC37A}" presName="parSh" presStyleLbl="node1" presStyleIdx="3" presStyleCnt="6" custLinFactNeighborX="978"/>
      <dgm:spPr/>
    </dgm:pt>
    <dgm:pt modelId="{A62FCB19-79B9-49C4-AD4A-543B1615C777}" type="pres">
      <dgm:prSet presAssocID="{36A9DD92-2B19-4C29-A362-F7FB32BFC37A}" presName="desTx" presStyleLbl="fgAcc1" presStyleIdx="3" presStyleCnt="6">
        <dgm:presLayoutVars>
          <dgm:bulletEnabled val="1"/>
        </dgm:presLayoutVars>
      </dgm:prSet>
      <dgm:spPr/>
    </dgm:pt>
    <dgm:pt modelId="{A417F040-CD5A-41F4-909C-0CAD62E48C7E}" type="pres">
      <dgm:prSet presAssocID="{44A42C48-D525-486F-87EF-1B9B1D3D7C1D}" presName="sibTrans" presStyleLbl="sibTrans2D1" presStyleIdx="3" presStyleCnt="5"/>
      <dgm:spPr/>
    </dgm:pt>
    <dgm:pt modelId="{6961A7B6-CFE9-4039-9329-FD13DA35B8CE}" type="pres">
      <dgm:prSet presAssocID="{44A42C48-D525-486F-87EF-1B9B1D3D7C1D}" presName="connTx" presStyleLbl="sibTrans2D1" presStyleIdx="3" presStyleCnt="5"/>
      <dgm:spPr/>
    </dgm:pt>
    <dgm:pt modelId="{83EB9BBE-5DF4-4EF0-B3BE-22D410E9CA7C}" type="pres">
      <dgm:prSet presAssocID="{7C11516A-9937-4819-9A8A-258A6430816D}" presName="composite" presStyleCnt="0"/>
      <dgm:spPr/>
    </dgm:pt>
    <dgm:pt modelId="{EF1B4B1B-EE72-4B88-9082-F82B5F1A5868}" type="pres">
      <dgm:prSet presAssocID="{7C11516A-9937-4819-9A8A-258A6430816D}" presName="parTx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0564B863-7244-41E1-B9A7-A08E1ACFBDD7}" type="pres">
      <dgm:prSet presAssocID="{7C11516A-9937-4819-9A8A-258A6430816D}" presName="parSh" presStyleLbl="node1" presStyleIdx="4" presStyleCnt="6" custLinFactNeighborX="978"/>
      <dgm:spPr/>
    </dgm:pt>
    <dgm:pt modelId="{67FB3BBE-E202-487D-BD76-DD3F6D3F5F8C}" type="pres">
      <dgm:prSet presAssocID="{7C11516A-9937-4819-9A8A-258A6430816D}" presName="desTx" presStyleLbl="fgAcc1" presStyleIdx="4" presStyleCnt="6">
        <dgm:presLayoutVars>
          <dgm:bulletEnabled val="1"/>
        </dgm:presLayoutVars>
      </dgm:prSet>
      <dgm:spPr/>
    </dgm:pt>
    <dgm:pt modelId="{C44A358E-C949-4500-9987-710790D9A669}" type="pres">
      <dgm:prSet presAssocID="{D4915C26-F969-49EF-BF90-241F890B8840}" presName="sibTrans" presStyleLbl="sibTrans2D1" presStyleIdx="4" presStyleCnt="5"/>
      <dgm:spPr/>
    </dgm:pt>
    <dgm:pt modelId="{09CDEA0B-6279-44A5-99AA-5B0BDEE4E3A0}" type="pres">
      <dgm:prSet presAssocID="{D4915C26-F969-49EF-BF90-241F890B8840}" presName="connTx" presStyleLbl="sibTrans2D1" presStyleIdx="4" presStyleCnt="5"/>
      <dgm:spPr/>
    </dgm:pt>
    <dgm:pt modelId="{F0D9F90E-5D91-4580-9711-609AF1051313}" type="pres">
      <dgm:prSet presAssocID="{73DD6E8E-09EA-4C4E-B45B-0825CB59D318}" presName="composite" presStyleCnt="0"/>
      <dgm:spPr/>
    </dgm:pt>
    <dgm:pt modelId="{0E1BFBE7-33EA-4AAA-81BE-3C981B97A11C}" type="pres">
      <dgm:prSet presAssocID="{73DD6E8E-09EA-4C4E-B45B-0825CB59D318}" presName="parTx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2729B21F-E991-4204-A16E-9EE6CDBD8032}" type="pres">
      <dgm:prSet presAssocID="{73DD6E8E-09EA-4C4E-B45B-0825CB59D318}" presName="parSh" presStyleLbl="node1" presStyleIdx="5" presStyleCnt="6"/>
      <dgm:spPr/>
    </dgm:pt>
    <dgm:pt modelId="{E55327C6-F631-4584-8249-73C213519779}" type="pres">
      <dgm:prSet presAssocID="{73DD6E8E-09EA-4C4E-B45B-0825CB59D318}" presName="desTx" presStyleLbl="fgAcc1" presStyleIdx="5" presStyleCnt="6">
        <dgm:presLayoutVars>
          <dgm:bulletEnabled val="1"/>
        </dgm:presLayoutVars>
      </dgm:prSet>
      <dgm:spPr/>
    </dgm:pt>
  </dgm:ptLst>
  <dgm:cxnLst>
    <dgm:cxn modelId="{2E36DE02-C523-469E-BA12-8C18470ECFC1}" type="presOf" srcId="{310E6CFA-76EE-4CB9-AC56-4B39AEB6C1D1}" destId="{CFAFC0F1-4F74-44E0-B935-67FEDB0B9936}" srcOrd="0" destOrd="0" presId="urn:microsoft.com/office/officeart/2005/8/layout/process3"/>
    <dgm:cxn modelId="{2889130C-AC2A-4772-B5A0-99A75C7CAF08}" type="presOf" srcId="{E9D9AF0A-03A2-400C-8D62-7FD014A580E3}" destId="{2C12FE64-C148-46CF-901F-081CBA511F68}" srcOrd="1" destOrd="0" presId="urn:microsoft.com/office/officeart/2005/8/layout/process3"/>
    <dgm:cxn modelId="{39640D0F-3FD3-4F4E-936C-5E99D16A12ED}" type="presOf" srcId="{D4915C26-F969-49EF-BF90-241F890B8840}" destId="{09CDEA0B-6279-44A5-99AA-5B0BDEE4E3A0}" srcOrd="1" destOrd="0" presId="urn:microsoft.com/office/officeart/2005/8/layout/process3"/>
    <dgm:cxn modelId="{406A7C1A-7C1A-4312-99D6-4754EB8CC00C}" type="presOf" srcId="{44A42C48-D525-486F-87EF-1B9B1D3D7C1D}" destId="{6961A7B6-CFE9-4039-9329-FD13DA35B8CE}" srcOrd="1" destOrd="0" presId="urn:microsoft.com/office/officeart/2005/8/layout/process3"/>
    <dgm:cxn modelId="{FC47121D-CB64-446F-9709-395AEE27AEA7}" type="presOf" srcId="{6B5614B3-3BC0-437C-902E-03169ECB2EC5}" destId="{C8FA46CC-7D20-4A2E-91E4-4EBE856496D7}" srcOrd="0" destOrd="0" presId="urn:microsoft.com/office/officeart/2005/8/layout/process3"/>
    <dgm:cxn modelId="{DBA0E821-87C0-4A54-B65B-DAE12142AF35}" srcId="{D8C7401B-1107-458B-837E-69444C463191}" destId="{6B5614B3-3BC0-437C-902E-03169ECB2EC5}" srcOrd="0" destOrd="0" parTransId="{6E52F844-33BD-4094-85E9-A27C9D604600}" sibTransId="{C523C919-5C59-4AE1-B766-964401418325}"/>
    <dgm:cxn modelId="{CDBABE24-EABB-47DD-BAE8-D1C31752723E}" type="presOf" srcId="{0C477219-73EA-479E-BFA8-B29AE140D4A8}" destId="{67FB3BBE-E202-487D-BD76-DD3F6D3F5F8C}" srcOrd="0" destOrd="1" presId="urn:microsoft.com/office/officeart/2005/8/layout/process3"/>
    <dgm:cxn modelId="{994B062A-6024-48A6-8A8F-571D54C72797}" type="presOf" srcId="{A4CBA8E0-4282-4DEC-8874-8DCFB690ECFB}" destId="{C8FA46CC-7D20-4A2E-91E4-4EBE856496D7}" srcOrd="0" destOrd="1" presId="urn:microsoft.com/office/officeart/2005/8/layout/process3"/>
    <dgm:cxn modelId="{E181442A-61F7-42E1-8BB0-8556FAA9AE35}" type="presOf" srcId="{26F4F38F-20D2-4DAF-91F4-F0B281D77F08}" destId="{878EF815-8F21-406C-AF87-5C782900E1A7}" srcOrd="0" destOrd="1" presId="urn:microsoft.com/office/officeart/2005/8/layout/process3"/>
    <dgm:cxn modelId="{115BDD34-EAC2-4376-BB4D-3D56C39A06E5}" type="presOf" srcId="{E9D9AF0A-03A2-400C-8D62-7FD014A580E3}" destId="{194D9B8A-1D16-4F2A-8DA3-965898AC0CB7}" srcOrd="0" destOrd="0" presId="urn:microsoft.com/office/officeart/2005/8/layout/process3"/>
    <dgm:cxn modelId="{4089603C-6BFE-4453-A7E1-96F882192484}" srcId="{2127D867-BE31-449A-9699-23698FF7553E}" destId="{26F4F38F-20D2-4DAF-91F4-F0B281D77F08}" srcOrd="1" destOrd="0" parTransId="{F64432C0-BAB0-4171-ACB3-6427E92C40A1}" sibTransId="{F02BD39E-0BD6-4DEE-BFA9-0F72A2E5C826}"/>
    <dgm:cxn modelId="{D18BB53F-F735-4B54-AC29-85E5D116C7F5}" type="presOf" srcId="{DBB453F0-5AE5-432A-BCEA-CBF2DA3855D6}" destId="{A62FCB19-79B9-49C4-AD4A-543B1615C777}" srcOrd="0" destOrd="0" presId="urn:microsoft.com/office/officeart/2005/8/layout/process3"/>
    <dgm:cxn modelId="{B576EE40-D3D8-4261-9051-EDB50F4F5918}" type="presOf" srcId="{D4915C26-F969-49EF-BF90-241F890B8840}" destId="{C44A358E-C949-4500-9987-710790D9A669}" srcOrd="0" destOrd="0" presId="urn:microsoft.com/office/officeart/2005/8/layout/process3"/>
    <dgm:cxn modelId="{E234965D-A807-4AE7-B39A-0639CC4F5E4B}" type="presOf" srcId="{02F86CCB-1E08-4CCD-8B49-52E04407FD3A}" destId="{84042F93-5D45-4AEB-987D-67D85B212F03}" srcOrd="0" destOrd="0" presId="urn:microsoft.com/office/officeart/2005/8/layout/process3"/>
    <dgm:cxn modelId="{D3B4C242-35E3-4AA8-85AE-13023503AB84}" type="presOf" srcId="{44A42C48-D525-486F-87EF-1B9B1D3D7C1D}" destId="{A417F040-CD5A-41F4-909C-0CAD62E48C7E}" srcOrd="0" destOrd="0" presId="urn:microsoft.com/office/officeart/2005/8/layout/process3"/>
    <dgm:cxn modelId="{536E2D66-74FC-4511-A154-3D59D7FC4B18}" type="presOf" srcId="{02F86CCB-1E08-4CCD-8B49-52E04407FD3A}" destId="{E6CDBDE5-5A06-45E9-BD89-772CB61F4102}" srcOrd="1" destOrd="0" presId="urn:microsoft.com/office/officeart/2005/8/layout/process3"/>
    <dgm:cxn modelId="{431C7D66-308F-4441-93CF-28CC9E8B6BB5}" type="presOf" srcId="{9B07F093-31C9-4D46-9940-26DE5EB98CD2}" destId="{4F059184-ADAD-41E7-9F75-1CAB483F23B6}" srcOrd="0" destOrd="0" presId="urn:microsoft.com/office/officeart/2005/8/layout/process3"/>
    <dgm:cxn modelId="{28448947-358D-45CF-83D8-FBF68F7750E9}" srcId="{7C11516A-9937-4819-9A8A-258A6430816D}" destId="{0C477219-73EA-479E-BFA8-B29AE140D4A8}" srcOrd="1" destOrd="0" parTransId="{E0DC5844-BBBE-4202-B207-F3AB150419B5}" sibTransId="{974E5536-1D25-4705-920C-450E7CA07F07}"/>
    <dgm:cxn modelId="{BDA2A447-D058-48FF-B327-A6D72DEE59B1}" type="presOf" srcId="{7C11516A-9937-4819-9A8A-258A6430816D}" destId="{EF1B4B1B-EE72-4B88-9082-F82B5F1A5868}" srcOrd="0" destOrd="0" presId="urn:microsoft.com/office/officeart/2005/8/layout/process3"/>
    <dgm:cxn modelId="{5A9D174B-F45F-49A8-91E4-9036DED86F48}" type="presOf" srcId="{9F5B7A23-1E1F-4318-B7B2-3031B0A34FE4}" destId="{67FB3BBE-E202-487D-BD76-DD3F6D3F5F8C}" srcOrd="0" destOrd="2" presId="urn:microsoft.com/office/officeart/2005/8/layout/process3"/>
    <dgm:cxn modelId="{D781944E-71CF-4A81-9C74-EBA1E3B1ACE0}" srcId="{E9D9AF0A-03A2-400C-8D62-7FD014A580E3}" destId="{310E6CFA-76EE-4CB9-AC56-4B39AEB6C1D1}" srcOrd="0" destOrd="0" parTransId="{C5534310-FEDB-4C87-A3AB-5ECF42EC4348}" sibTransId="{E062B4F2-1B16-4CAA-B4FC-83C8A110B2D1}"/>
    <dgm:cxn modelId="{5064BF57-4417-4E9D-B4E9-0D94F5D4A128}" type="presOf" srcId="{50449392-9428-4A8F-83DF-BC6788B04E21}" destId="{E55327C6-F631-4584-8249-73C213519779}" srcOrd="0" destOrd="1" presId="urn:microsoft.com/office/officeart/2005/8/layout/process3"/>
    <dgm:cxn modelId="{4B23F477-AD6A-4445-9DBC-6D6EA44987A1}" type="presOf" srcId="{73DD6E8E-09EA-4C4E-B45B-0825CB59D318}" destId="{0E1BFBE7-33EA-4AAA-81BE-3C981B97A11C}" srcOrd="0" destOrd="0" presId="urn:microsoft.com/office/officeart/2005/8/layout/process3"/>
    <dgm:cxn modelId="{233E6E80-F894-4E86-A94D-7E960F5C0C12}" type="presOf" srcId="{9B07F093-31C9-4D46-9940-26DE5EB98CD2}" destId="{F2C26AF4-2C81-474E-B21A-C38D51FDFB12}" srcOrd="1" destOrd="0" presId="urn:microsoft.com/office/officeart/2005/8/layout/process3"/>
    <dgm:cxn modelId="{044F2681-C146-46E8-89C0-EF9338B003AD}" type="presOf" srcId="{5C2CAB43-D885-4545-A1B5-88273D6A2090}" destId="{E55327C6-F631-4584-8249-73C213519779}" srcOrd="0" destOrd="0" presId="urn:microsoft.com/office/officeart/2005/8/layout/process3"/>
    <dgm:cxn modelId="{5302E981-36AB-4607-98AC-A2B7CD15CA09}" type="presOf" srcId="{B88B9E46-3167-48F1-B9F0-92C04F1EDDCD}" destId="{2F80302F-3AAD-49DB-A00D-47FCF280D7B8}" srcOrd="1" destOrd="0" presId="urn:microsoft.com/office/officeart/2005/8/layout/process3"/>
    <dgm:cxn modelId="{135A1D8B-4364-4EF1-A36A-081978413F63}" type="presOf" srcId="{73DD6E8E-09EA-4C4E-B45B-0825CB59D318}" destId="{2729B21F-E991-4204-A16E-9EE6CDBD8032}" srcOrd="1" destOrd="0" presId="urn:microsoft.com/office/officeart/2005/8/layout/process3"/>
    <dgm:cxn modelId="{1F6C148E-379E-4D8C-B449-AE17F7AEB2E2}" srcId="{3CE5ED3D-40B4-49B2-A0E6-D2077B9B2DB0}" destId="{2127D867-BE31-449A-9699-23698FF7553E}" srcOrd="1" destOrd="0" parTransId="{CD6B118D-2BDB-4D74-8E37-C590545B4B99}" sibTransId="{02F86CCB-1E08-4CCD-8B49-52E04407FD3A}"/>
    <dgm:cxn modelId="{3CD9FF93-4AF2-4A86-BCD2-7BEA9FF13D5E}" type="presOf" srcId="{2127D867-BE31-449A-9699-23698FF7553E}" destId="{5EFFD257-411D-4BE6-82C5-4C0638F8F4D2}" srcOrd="0" destOrd="0" presId="urn:microsoft.com/office/officeart/2005/8/layout/process3"/>
    <dgm:cxn modelId="{57CA0A95-6C9B-461D-A9FF-D0FC523EC955}" type="presOf" srcId="{BE022753-7F43-427D-9CEC-88C137275989}" destId="{67FB3BBE-E202-487D-BD76-DD3F6D3F5F8C}" srcOrd="0" destOrd="0" presId="urn:microsoft.com/office/officeart/2005/8/layout/process3"/>
    <dgm:cxn modelId="{FA4214A4-BECD-45E8-B598-F41755B9654E}" srcId="{73DD6E8E-09EA-4C4E-B45B-0825CB59D318}" destId="{50449392-9428-4A8F-83DF-BC6788B04E21}" srcOrd="1" destOrd="0" parTransId="{BA039285-FFB8-4D76-BD2B-AE8E09DA2F7C}" sibTransId="{C76CB2D7-78FE-4D89-BB9E-7CDA52A1E0F5}"/>
    <dgm:cxn modelId="{78185BAD-95A5-4C7C-8FEF-09CA0285067E}" type="presOf" srcId="{D8C7401B-1107-458B-837E-69444C463191}" destId="{E0039197-DEE4-43BA-81C2-4E5769050D16}" srcOrd="1" destOrd="0" presId="urn:microsoft.com/office/officeart/2005/8/layout/process3"/>
    <dgm:cxn modelId="{E6B47DAD-F255-4E14-B451-D9AE2604B2E0}" type="presOf" srcId="{2127D867-BE31-449A-9699-23698FF7553E}" destId="{94A58DC2-9600-47BD-9349-9FA33A1B8074}" srcOrd="1" destOrd="0" presId="urn:microsoft.com/office/officeart/2005/8/layout/process3"/>
    <dgm:cxn modelId="{2CBD6FB4-B28D-4FC3-A0D9-072850BE90B8}" srcId="{3CE5ED3D-40B4-49B2-A0E6-D2077B9B2DB0}" destId="{73DD6E8E-09EA-4C4E-B45B-0825CB59D318}" srcOrd="5" destOrd="0" parTransId="{42002367-AB8A-4A4B-A096-121D25DDDCA0}" sibTransId="{5F149FFC-70E9-4922-9CCB-E91693580FF9}"/>
    <dgm:cxn modelId="{134B65B5-7E51-40AF-8BE7-922CE6AE9FFD}" srcId="{D8C7401B-1107-458B-837E-69444C463191}" destId="{A4CBA8E0-4282-4DEC-8874-8DCFB690ECFB}" srcOrd="1" destOrd="0" parTransId="{6BF2CFEA-4E50-4144-91C7-A6B76BB26CCB}" sibTransId="{51B06AF9-E22C-47A6-AC7F-F7F23E573866}"/>
    <dgm:cxn modelId="{32AFCCB5-BE53-42E3-A832-26B46C742451}" type="presOf" srcId="{3CE5ED3D-40B4-49B2-A0E6-D2077B9B2DB0}" destId="{6EBCA79A-0A03-4949-BEEF-5BE21A96FA72}" srcOrd="0" destOrd="0" presId="urn:microsoft.com/office/officeart/2005/8/layout/process3"/>
    <dgm:cxn modelId="{638A7BBA-93FD-4BF8-B3A2-A06C7CB29565}" srcId="{3CE5ED3D-40B4-49B2-A0E6-D2077B9B2DB0}" destId="{E9D9AF0A-03A2-400C-8D62-7FD014A580E3}" srcOrd="2" destOrd="0" parTransId="{EDBF4B07-B7F4-4619-8F40-12F361B5EF2B}" sibTransId="{B88B9E46-3167-48F1-B9F0-92C04F1EDDCD}"/>
    <dgm:cxn modelId="{A20D71BC-1573-480D-A26E-53C8EDCF87C2}" srcId="{73DD6E8E-09EA-4C4E-B45B-0825CB59D318}" destId="{5C2CAB43-D885-4545-A1B5-88273D6A2090}" srcOrd="0" destOrd="0" parTransId="{2E150D84-7885-4076-A416-383033F08E0F}" sibTransId="{31A6DFBA-0985-499E-93E1-C013E0A2CFC7}"/>
    <dgm:cxn modelId="{83AB3EC0-EBBB-4D97-BF6F-0C6EB5DA7DAE}" type="presOf" srcId="{F2BD3B72-FA65-4AB0-9267-9A72585622BB}" destId="{878EF815-8F21-406C-AF87-5C782900E1A7}" srcOrd="0" destOrd="0" presId="urn:microsoft.com/office/officeart/2005/8/layout/process3"/>
    <dgm:cxn modelId="{260534C2-6021-45A6-8D02-98277D677292}" srcId="{36A9DD92-2B19-4C29-A362-F7FB32BFC37A}" destId="{DBB453F0-5AE5-432A-BCEA-CBF2DA3855D6}" srcOrd="0" destOrd="0" parTransId="{C19C413F-1468-421C-83F5-854A91667A34}" sibTransId="{5ED8C9A1-53C4-43BF-9E2E-73EFA1DA48E4}"/>
    <dgm:cxn modelId="{3998F8CA-8A53-4E61-9D1A-D4DDF77CA5D5}" srcId="{7C11516A-9937-4819-9A8A-258A6430816D}" destId="{9F5B7A23-1E1F-4318-B7B2-3031B0A34FE4}" srcOrd="2" destOrd="0" parTransId="{40DEAB66-3900-4D2D-AE37-FCC64F0C6898}" sibTransId="{CD5C6DD2-2C78-46C6-9FCA-FEE9C24AE98F}"/>
    <dgm:cxn modelId="{E2309ECB-F1E1-4771-B7C5-DA279EA62324}" type="presOf" srcId="{D8C7401B-1107-458B-837E-69444C463191}" destId="{E6C88B7A-86FF-4A58-B876-5F677F8FEAC4}" srcOrd="0" destOrd="0" presId="urn:microsoft.com/office/officeart/2005/8/layout/process3"/>
    <dgm:cxn modelId="{82F886CD-BD50-4CBD-8BAB-446B0973972C}" srcId="{7C11516A-9937-4819-9A8A-258A6430816D}" destId="{BE022753-7F43-427D-9CEC-88C137275989}" srcOrd="0" destOrd="0" parTransId="{DD4284D6-8C88-41EB-BEBF-4BFA79C88F88}" sibTransId="{3D67C510-B163-46DB-9E24-DA7395D8DDDA}"/>
    <dgm:cxn modelId="{EBD337D1-8455-4F43-B867-EC6AB4D1AA78}" type="presOf" srcId="{7C11516A-9937-4819-9A8A-258A6430816D}" destId="{0564B863-7244-41E1-B9A7-A08E1ACFBDD7}" srcOrd="1" destOrd="0" presId="urn:microsoft.com/office/officeart/2005/8/layout/process3"/>
    <dgm:cxn modelId="{D115A7D5-8DF4-4186-9015-F51886D95A87}" srcId="{3CE5ED3D-40B4-49B2-A0E6-D2077B9B2DB0}" destId="{36A9DD92-2B19-4C29-A362-F7FB32BFC37A}" srcOrd="3" destOrd="0" parTransId="{9331B1F7-7500-415A-A16D-22BE50E29ABC}" sibTransId="{44A42C48-D525-486F-87EF-1B9B1D3D7C1D}"/>
    <dgm:cxn modelId="{2F7BA8E4-32F1-4DDB-BAFF-FF40B446AF3F}" srcId="{2127D867-BE31-449A-9699-23698FF7553E}" destId="{F2BD3B72-FA65-4AB0-9267-9A72585622BB}" srcOrd="0" destOrd="0" parTransId="{AB728CEF-A18F-4393-9740-58DD1FB12AAB}" sibTransId="{8CB4282C-044B-463A-A988-86D872020D5F}"/>
    <dgm:cxn modelId="{222E8EE5-228F-424F-A738-BE9C20077763}" srcId="{3CE5ED3D-40B4-49B2-A0E6-D2077B9B2DB0}" destId="{D8C7401B-1107-458B-837E-69444C463191}" srcOrd="0" destOrd="0" parTransId="{FE149304-4598-4502-AA9E-F3F176A086CD}" sibTransId="{9B07F093-31C9-4D46-9940-26DE5EB98CD2}"/>
    <dgm:cxn modelId="{12ACAFE6-8FC1-48D6-9856-1C480D350D09}" srcId="{3CE5ED3D-40B4-49B2-A0E6-D2077B9B2DB0}" destId="{7C11516A-9937-4819-9A8A-258A6430816D}" srcOrd="4" destOrd="0" parTransId="{E2CBBCD6-642F-44E9-A66C-719492FEF561}" sibTransId="{D4915C26-F969-49EF-BF90-241F890B8840}"/>
    <dgm:cxn modelId="{EF3A7CE8-667B-42C6-B0C7-3519725075ED}" type="presOf" srcId="{B88B9E46-3167-48F1-B9F0-92C04F1EDDCD}" destId="{BCC1DD08-4121-4F73-BE97-B9784C8D42EB}" srcOrd="0" destOrd="0" presId="urn:microsoft.com/office/officeart/2005/8/layout/process3"/>
    <dgm:cxn modelId="{722DBAF4-EFF9-46A2-AF5D-4A091B6C274F}" type="presOf" srcId="{36A9DD92-2B19-4C29-A362-F7FB32BFC37A}" destId="{780F0F3F-1679-421B-ABEE-D63A4DD90BA2}" srcOrd="0" destOrd="0" presId="urn:microsoft.com/office/officeart/2005/8/layout/process3"/>
    <dgm:cxn modelId="{B060D3F6-76D0-47B5-8EAA-57F8F841D1E9}" type="presOf" srcId="{36A9DD92-2B19-4C29-A362-F7FB32BFC37A}" destId="{D1FD7671-6BD7-457D-8706-56B772369DE8}" srcOrd="1" destOrd="0" presId="urn:microsoft.com/office/officeart/2005/8/layout/process3"/>
    <dgm:cxn modelId="{4BB56550-55F8-4D1B-A090-9C1EE6B4C8B5}" type="presParOf" srcId="{6EBCA79A-0A03-4949-BEEF-5BE21A96FA72}" destId="{7AB1092E-86A7-4042-BDAD-9E5C3F67E6B4}" srcOrd="0" destOrd="0" presId="urn:microsoft.com/office/officeart/2005/8/layout/process3"/>
    <dgm:cxn modelId="{4F622FB4-8586-4100-BF84-9ADC55541B39}" type="presParOf" srcId="{7AB1092E-86A7-4042-BDAD-9E5C3F67E6B4}" destId="{E6C88B7A-86FF-4A58-B876-5F677F8FEAC4}" srcOrd="0" destOrd="0" presId="urn:microsoft.com/office/officeart/2005/8/layout/process3"/>
    <dgm:cxn modelId="{C822A731-FC03-4DF1-9B2F-FE797DA9A0C6}" type="presParOf" srcId="{7AB1092E-86A7-4042-BDAD-9E5C3F67E6B4}" destId="{E0039197-DEE4-43BA-81C2-4E5769050D16}" srcOrd="1" destOrd="0" presId="urn:microsoft.com/office/officeart/2005/8/layout/process3"/>
    <dgm:cxn modelId="{CA56D2AE-AECC-4C8A-93B0-64C168776050}" type="presParOf" srcId="{7AB1092E-86A7-4042-BDAD-9E5C3F67E6B4}" destId="{C8FA46CC-7D20-4A2E-91E4-4EBE856496D7}" srcOrd="2" destOrd="0" presId="urn:microsoft.com/office/officeart/2005/8/layout/process3"/>
    <dgm:cxn modelId="{131994EF-CE30-43CB-967B-4DCDAB719F4C}" type="presParOf" srcId="{6EBCA79A-0A03-4949-BEEF-5BE21A96FA72}" destId="{4F059184-ADAD-41E7-9F75-1CAB483F23B6}" srcOrd="1" destOrd="0" presId="urn:microsoft.com/office/officeart/2005/8/layout/process3"/>
    <dgm:cxn modelId="{DC8D8DC1-A095-4679-B643-185361D78AAF}" type="presParOf" srcId="{4F059184-ADAD-41E7-9F75-1CAB483F23B6}" destId="{F2C26AF4-2C81-474E-B21A-C38D51FDFB12}" srcOrd="0" destOrd="0" presId="urn:microsoft.com/office/officeart/2005/8/layout/process3"/>
    <dgm:cxn modelId="{02A9DD96-9AF1-4EF8-98CB-2D3072083518}" type="presParOf" srcId="{6EBCA79A-0A03-4949-BEEF-5BE21A96FA72}" destId="{53E63C9E-95D4-400D-8266-91080A258990}" srcOrd="2" destOrd="0" presId="urn:microsoft.com/office/officeart/2005/8/layout/process3"/>
    <dgm:cxn modelId="{436A0589-4CE5-4FD7-8229-46122CDFACA7}" type="presParOf" srcId="{53E63C9E-95D4-400D-8266-91080A258990}" destId="{5EFFD257-411D-4BE6-82C5-4C0638F8F4D2}" srcOrd="0" destOrd="0" presId="urn:microsoft.com/office/officeart/2005/8/layout/process3"/>
    <dgm:cxn modelId="{9F487752-1A62-4B65-9089-F8DC070C5589}" type="presParOf" srcId="{53E63C9E-95D4-400D-8266-91080A258990}" destId="{94A58DC2-9600-47BD-9349-9FA33A1B8074}" srcOrd="1" destOrd="0" presId="urn:microsoft.com/office/officeart/2005/8/layout/process3"/>
    <dgm:cxn modelId="{059F53A1-06B8-46DF-9787-DFE17BD10F97}" type="presParOf" srcId="{53E63C9E-95D4-400D-8266-91080A258990}" destId="{878EF815-8F21-406C-AF87-5C782900E1A7}" srcOrd="2" destOrd="0" presId="urn:microsoft.com/office/officeart/2005/8/layout/process3"/>
    <dgm:cxn modelId="{B1963569-57B7-40AB-9C89-C3167E9E8BAE}" type="presParOf" srcId="{6EBCA79A-0A03-4949-BEEF-5BE21A96FA72}" destId="{84042F93-5D45-4AEB-987D-67D85B212F03}" srcOrd="3" destOrd="0" presId="urn:microsoft.com/office/officeart/2005/8/layout/process3"/>
    <dgm:cxn modelId="{540253A7-4D9F-4B79-A83C-27214FCDC533}" type="presParOf" srcId="{84042F93-5D45-4AEB-987D-67D85B212F03}" destId="{E6CDBDE5-5A06-45E9-BD89-772CB61F4102}" srcOrd="0" destOrd="0" presId="urn:microsoft.com/office/officeart/2005/8/layout/process3"/>
    <dgm:cxn modelId="{B512DCE7-C166-4AAF-AC32-361008798674}" type="presParOf" srcId="{6EBCA79A-0A03-4949-BEEF-5BE21A96FA72}" destId="{FD28CEB2-A95F-4922-96AE-D89E96C7A028}" srcOrd="4" destOrd="0" presId="urn:microsoft.com/office/officeart/2005/8/layout/process3"/>
    <dgm:cxn modelId="{5E84B6CE-5865-478A-A0A0-97AC37339F44}" type="presParOf" srcId="{FD28CEB2-A95F-4922-96AE-D89E96C7A028}" destId="{194D9B8A-1D16-4F2A-8DA3-965898AC0CB7}" srcOrd="0" destOrd="0" presId="urn:microsoft.com/office/officeart/2005/8/layout/process3"/>
    <dgm:cxn modelId="{9E7064A6-3027-4987-8300-B41E7E402336}" type="presParOf" srcId="{FD28CEB2-A95F-4922-96AE-D89E96C7A028}" destId="{2C12FE64-C148-46CF-901F-081CBA511F68}" srcOrd="1" destOrd="0" presId="urn:microsoft.com/office/officeart/2005/8/layout/process3"/>
    <dgm:cxn modelId="{4CDD95EE-974D-4BA2-904E-44298AE47149}" type="presParOf" srcId="{FD28CEB2-A95F-4922-96AE-D89E96C7A028}" destId="{CFAFC0F1-4F74-44E0-B935-67FEDB0B9936}" srcOrd="2" destOrd="0" presId="urn:microsoft.com/office/officeart/2005/8/layout/process3"/>
    <dgm:cxn modelId="{55A411B8-C569-4489-A49F-442313D92E43}" type="presParOf" srcId="{6EBCA79A-0A03-4949-BEEF-5BE21A96FA72}" destId="{BCC1DD08-4121-4F73-BE97-B9784C8D42EB}" srcOrd="5" destOrd="0" presId="urn:microsoft.com/office/officeart/2005/8/layout/process3"/>
    <dgm:cxn modelId="{51AE3131-F2DC-4C82-92F8-8F3318D75406}" type="presParOf" srcId="{BCC1DD08-4121-4F73-BE97-B9784C8D42EB}" destId="{2F80302F-3AAD-49DB-A00D-47FCF280D7B8}" srcOrd="0" destOrd="0" presId="urn:microsoft.com/office/officeart/2005/8/layout/process3"/>
    <dgm:cxn modelId="{5A750B54-1292-4D71-B52F-F53A1427BE22}" type="presParOf" srcId="{6EBCA79A-0A03-4949-BEEF-5BE21A96FA72}" destId="{F64743F5-1714-4D07-8A7E-6427D203C51D}" srcOrd="6" destOrd="0" presId="urn:microsoft.com/office/officeart/2005/8/layout/process3"/>
    <dgm:cxn modelId="{ACAC0391-85EE-4F1D-A0FE-220436ED067E}" type="presParOf" srcId="{F64743F5-1714-4D07-8A7E-6427D203C51D}" destId="{780F0F3F-1679-421B-ABEE-D63A4DD90BA2}" srcOrd="0" destOrd="0" presId="urn:microsoft.com/office/officeart/2005/8/layout/process3"/>
    <dgm:cxn modelId="{47797190-84B3-404E-AD41-88A34E6CACE3}" type="presParOf" srcId="{F64743F5-1714-4D07-8A7E-6427D203C51D}" destId="{D1FD7671-6BD7-457D-8706-56B772369DE8}" srcOrd="1" destOrd="0" presId="urn:microsoft.com/office/officeart/2005/8/layout/process3"/>
    <dgm:cxn modelId="{51DFB38D-9FAD-40B9-B858-5260087FE1B7}" type="presParOf" srcId="{F64743F5-1714-4D07-8A7E-6427D203C51D}" destId="{A62FCB19-79B9-49C4-AD4A-543B1615C777}" srcOrd="2" destOrd="0" presId="urn:microsoft.com/office/officeart/2005/8/layout/process3"/>
    <dgm:cxn modelId="{2101282E-B3C2-4799-9C4D-DAE3C831AF07}" type="presParOf" srcId="{6EBCA79A-0A03-4949-BEEF-5BE21A96FA72}" destId="{A417F040-CD5A-41F4-909C-0CAD62E48C7E}" srcOrd="7" destOrd="0" presId="urn:microsoft.com/office/officeart/2005/8/layout/process3"/>
    <dgm:cxn modelId="{CA5B02FB-FB9A-4A1B-B69A-E6A051C70703}" type="presParOf" srcId="{A417F040-CD5A-41F4-909C-0CAD62E48C7E}" destId="{6961A7B6-CFE9-4039-9329-FD13DA35B8CE}" srcOrd="0" destOrd="0" presId="urn:microsoft.com/office/officeart/2005/8/layout/process3"/>
    <dgm:cxn modelId="{FECC5A95-D6D8-4C76-8521-4B72F3EE19B6}" type="presParOf" srcId="{6EBCA79A-0A03-4949-BEEF-5BE21A96FA72}" destId="{83EB9BBE-5DF4-4EF0-B3BE-22D410E9CA7C}" srcOrd="8" destOrd="0" presId="urn:microsoft.com/office/officeart/2005/8/layout/process3"/>
    <dgm:cxn modelId="{7036906D-867E-4E23-B350-EF2231F0E760}" type="presParOf" srcId="{83EB9BBE-5DF4-4EF0-B3BE-22D410E9CA7C}" destId="{EF1B4B1B-EE72-4B88-9082-F82B5F1A5868}" srcOrd="0" destOrd="0" presId="urn:microsoft.com/office/officeart/2005/8/layout/process3"/>
    <dgm:cxn modelId="{607DC456-36DD-4CAF-BB2F-271A03D43117}" type="presParOf" srcId="{83EB9BBE-5DF4-4EF0-B3BE-22D410E9CA7C}" destId="{0564B863-7244-41E1-B9A7-A08E1ACFBDD7}" srcOrd="1" destOrd="0" presId="urn:microsoft.com/office/officeart/2005/8/layout/process3"/>
    <dgm:cxn modelId="{78348C39-2F4F-4870-A4D9-B3FB6D60C0DC}" type="presParOf" srcId="{83EB9BBE-5DF4-4EF0-B3BE-22D410E9CA7C}" destId="{67FB3BBE-E202-487D-BD76-DD3F6D3F5F8C}" srcOrd="2" destOrd="0" presId="urn:microsoft.com/office/officeart/2005/8/layout/process3"/>
    <dgm:cxn modelId="{58A0A0C6-9976-4553-BD92-7EA938C0BDC2}" type="presParOf" srcId="{6EBCA79A-0A03-4949-BEEF-5BE21A96FA72}" destId="{C44A358E-C949-4500-9987-710790D9A669}" srcOrd="9" destOrd="0" presId="urn:microsoft.com/office/officeart/2005/8/layout/process3"/>
    <dgm:cxn modelId="{B0D066C2-43C9-4FF9-AE21-CF39571A7BF2}" type="presParOf" srcId="{C44A358E-C949-4500-9987-710790D9A669}" destId="{09CDEA0B-6279-44A5-99AA-5B0BDEE4E3A0}" srcOrd="0" destOrd="0" presId="urn:microsoft.com/office/officeart/2005/8/layout/process3"/>
    <dgm:cxn modelId="{C87DD4D9-468E-49CE-8400-78C6304197D8}" type="presParOf" srcId="{6EBCA79A-0A03-4949-BEEF-5BE21A96FA72}" destId="{F0D9F90E-5D91-4580-9711-609AF1051313}" srcOrd="10" destOrd="0" presId="urn:microsoft.com/office/officeart/2005/8/layout/process3"/>
    <dgm:cxn modelId="{4A80E0AB-5152-45FB-95F3-AC95657EEA2B}" type="presParOf" srcId="{F0D9F90E-5D91-4580-9711-609AF1051313}" destId="{0E1BFBE7-33EA-4AAA-81BE-3C981B97A11C}" srcOrd="0" destOrd="0" presId="urn:microsoft.com/office/officeart/2005/8/layout/process3"/>
    <dgm:cxn modelId="{D1DDEFB1-8166-4498-9611-E770F68ED858}" type="presParOf" srcId="{F0D9F90E-5D91-4580-9711-609AF1051313}" destId="{2729B21F-E991-4204-A16E-9EE6CDBD8032}" srcOrd="1" destOrd="0" presId="urn:microsoft.com/office/officeart/2005/8/layout/process3"/>
    <dgm:cxn modelId="{68E9FF8A-2491-4592-B158-7CBB43AEB8EC}" type="presParOf" srcId="{F0D9F90E-5D91-4580-9711-609AF1051313}" destId="{E55327C6-F631-4584-8249-73C213519779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CE5ED3D-40B4-49B2-A0E6-D2077B9B2DB0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</dgm:pt>
    <dgm:pt modelId="{73DD6E8E-09EA-4C4E-B45B-0825CB59D318}">
      <dgm:prSet phldrT="[Texte]" custT="1"/>
      <dgm:spPr/>
      <dgm:t>
        <a:bodyPr/>
        <a:lstStyle/>
        <a:p>
          <a:r>
            <a:rPr lang="fr-FR" sz="1200" dirty="0"/>
            <a:t>CNN</a:t>
          </a:r>
          <a:endParaRPr lang="en-US" sz="1200" dirty="0"/>
        </a:p>
      </dgm:t>
    </dgm:pt>
    <dgm:pt modelId="{42002367-AB8A-4A4B-A096-121D25DDDCA0}" type="parTrans" cxnId="{2CBD6FB4-B28D-4FC3-A0D9-072850BE90B8}">
      <dgm:prSet/>
      <dgm:spPr/>
      <dgm:t>
        <a:bodyPr/>
        <a:lstStyle/>
        <a:p>
          <a:endParaRPr lang="en-US"/>
        </a:p>
      </dgm:t>
    </dgm:pt>
    <dgm:pt modelId="{5F149FFC-70E9-4922-9CCB-E91693580FF9}" type="sibTrans" cxnId="{2CBD6FB4-B28D-4FC3-A0D9-072850BE90B8}">
      <dgm:prSet/>
      <dgm:spPr/>
      <dgm:t>
        <a:bodyPr/>
        <a:lstStyle/>
        <a:p>
          <a:endParaRPr lang="en-US"/>
        </a:p>
      </dgm:t>
    </dgm:pt>
    <dgm:pt modelId="{5C2CAB43-D885-4545-A1B5-88273D6A2090}">
      <dgm:prSet phldrT="[Texte]" custT="1"/>
      <dgm:spPr/>
      <dgm:t>
        <a:bodyPr/>
        <a:lstStyle/>
        <a:p>
          <a:r>
            <a:rPr lang="fr-FR" sz="1100" dirty="0"/>
            <a:t>Sur labels forts</a:t>
          </a:r>
          <a:endParaRPr lang="en-US" sz="1100" dirty="0"/>
        </a:p>
      </dgm:t>
    </dgm:pt>
    <dgm:pt modelId="{2E150D84-7885-4076-A416-383033F08E0F}" type="parTrans" cxnId="{A20D71BC-1573-480D-A26E-53C8EDCF87C2}">
      <dgm:prSet/>
      <dgm:spPr/>
      <dgm:t>
        <a:bodyPr/>
        <a:lstStyle/>
        <a:p>
          <a:endParaRPr lang="en-US"/>
        </a:p>
      </dgm:t>
    </dgm:pt>
    <dgm:pt modelId="{31A6DFBA-0985-499E-93E1-C013E0A2CFC7}" type="sibTrans" cxnId="{A20D71BC-1573-480D-A26E-53C8EDCF87C2}">
      <dgm:prSet/>
      <dgm:spPr/>
      <dgm:t>
        <a:bodyPr/>
        <a:lstStyle/>
        <a:p>
          <a:endParaRPr lang="en-US"/>
        </a:p>
      </dgm:t>
    </dgm:pt>
    <dgm:pt modelId="{6EBCA79A-0A03-4949-BEEF-5BE21A96FA72}" type="pres">
      <dgm:prSet presAssocID="{3CE5ED3D-40B4-49B2-A0E6-D2077B9B2DB0}" presName="linearFlow" presStyleCnt="0">
        <dgm:presLayoutVars>
          <dgm:dir/>
          <dgm:animLvl val="lvl"/>
          <dgm:resizeHandles val="exact"/>
        </dgm:presLayoutVars>
      </dgm:prSet>
      <dgm:spPr/>
    </dgm:pt>
    <dgm:pt modelId="{F0D9F90E-5D91-4580-9711-609AF1051313}" type="pres">
      <dgm:prSet presAssocID="{73DD6E8E-09EA-4C4E-B45B-0825CB59D318}" presName="composite" presStyleCnt="0"/>
      <dgm:spPr/>
    </dgm:pt>
    <dgm:pt modelId="{0E1BFBE7-33EA-4AAA-81BE-3C981B97A11C}" type="pres">
      <dgm:prSet presAssocID="{73DD6E8E-09EA-4C4E-B45B-0825CB59D318}" presName="parTx" presStyleLbl="node1" presStyleIdx="0" presStyleCnt="1">
        <dgm:presLayoutVars>
          <dgm:chMax val="0"/>
          <dgm:chPref val="0"/>
          <dgm:bulletEnabled val="1"/>
        </dgm:presLayoutVars>
      </dgm:prSet>
      <dgm:spPr/>
    </dgm:pt>
    <dgm:pt modelId="{2729B21F-E991-4204-A16E-9EE6CDBD8032}" type="pres">
      <dgm:prSet presAssocID="{73DD6E8E-09EA-4C4E-B45B-0825CB59D318}" presName="parSh" presStyleLbl="node1" presStyleIdx="0" presStyleCnt="1"/>
      <dgm:spPr/>
    </dgm:pt>
    <dgm:pt modelId="{E55327C6-F631-4584-8249-73C213519779}" type="pres">
      <dgm:prSet presAssocID="{73DD6E8E-09EA-4C4E-B45B-0825CB59D318}" presName="desTx" presStyleLbl="fgAcc1" presStyleIdx="0" presStyleCnt="1">
        <dgm:presLayoutVars>
          <dgm:bulletEnabled val="1"/>
        </dgm:presLayoutVars>
      </dgm:prSet>
      <dgm:spPr/>
    </dgm:pt>
  </dgm:ptLst>
  <dgm:cxnLst>
    <dgm:cxn modelId="{4B23F477-AD6A-4445-9DBC-6D6EA44987A1}" type="presOf" srcId="{73DD6E8E-09EA-4C4E-B45B-0825CB59D318}" destId="{0E1BFBE7-33EA-4AAA-81BE-3C981B97A11C}" srcOrd="0" destOrd="0" presId="urn:microsoft.com/office/officeart/2005/8/layout/process3"/>
    <dgm:cxn modelId="{044F2681-C146-46E8-89C0-EF9338B003AD}" type="presOf" srcId="{5C2CAB43-D885-4545-A1B5-88273D6A2090}" destId="{E55327C6-F631-4584-8249-73C213519779}" srcOrd="0" destOrd="0" presId="urn:microsoft.com/office/officeart/2005/8/layout/process3"/>
    <dgm:cxn modelId="{135A1D8B-4364-4EF1-A36A-081978413F63}" type="presOf" srcId="{73DD6E8E-09EA-4C4E-B45B-0825CB59D318}" destId="{2729B21F-E991-4204-A16E-9EE6CDBD8032}" srcOrd="1" destOrd="0" presId="urn:microsoft.com/office/officeart/2005/8/layout/process3"/>
    <dgm:cxn modelId="{2CBD6FB4-B28D-4FC3-A0D9-072850BE90B8}" srcId="{3CE5ED3D-40B4-49B2-A0E6-D2077B9B2DB0}" destId="{73DD6E8E-09EA-4C4E-B45B-0825CB59D318}" srcOrd="0" destOrd="0" parTransId="{42002367-AB8A-4A4B-A096-121D25DDDCA0}" sibTransId="{5F149FFC-70E9-4922-9CCB-E91693580FF9}"/>
    <dgm:cxn modelId="{32AFCCB5-BE53-42E3-A832-26B46C742451}" type="presOf" srcId="{3CE5ED3D-40B4-49B2-A0E6-D2077B9B2DB0}" destId="{6EBCA79A-0A03-4949-BEEF-5BE21A96FA72}" srcOrd="0" destOrd="0" presId="urn:microsoft.com/office/officeart/2005/8/layout/process3"/>
    <dgm:cxn modelId="{A20D71BC-1573-480D-A26E-53C8EDCF87C2}" srcId="{73DD6E8E-09EA-4C4E-B45B-0825CB59D318}" destId="{5C2CAB43-D885-4545-A1B5-88273D6A2090}" srcOrd="0" destOrd="0" parTransId="{2E150D84-7885-4076-A416-383033F08E0F}" sibTransId="{31A6DFBA-0985-499E-93E1-C013E0A2CFC7}"/>
    <dgm:cxn modelId="{C87DD4D9-468E-49CE-8400-78C6304197D8}" type="presParOf" srcId="{6EBCA79A-0A03-4949-BEEF-5BE21A96FA72}" destId="{F0D9F90E-5D91-4580-9711-609AF1051313}" srcOrd="0" destOrd="0" presId="urn:microsoft.com/office/officeart/2005/8/layout/process3"/>
    <dgm:cxn modelId="{4A80E0AB-5152-45FB-95F3-AC95657EEA2B}" type="presParOf" srcId="{F0D9F90E-5D91-4580-9711-609AF1051313}" destId="{0E1BFBE7-33EA-4AAA-81BE-3C981B97A11C}" srcOrd="0" destOrd="0" presId="urn:microsoft.com/office/officeart/2005/8/layout/process3"/>
    <dgm:cxn modelId="{D1DDEFB1-8166-4498-9611-E770F68ED858}" type="presParOf" srcId="{F0D9F90E-5D91-4580-9711-609AF1051313}" destId="{2729B21F-E991-4204-A16E-9EE6CDBD8032}" srcOrd="1" destOrd="0" presId="urn:microsoft.com/office/officeart/2005/8/layout/process3"/>
    <dgm:cxn modelId="{68E9FF8A-2491-4592-B158-7CBB43AEB8EC}" type="presParOf" srcId="{F0D9F90E-5D91-4580-9711-609AF1051313}" destId="{E55327C6-F631-4584-8249-73C213519779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CE5ED3D-40B4-49B2-A0E6-D2077B9B2DB0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</dgm:pt>
    <dgm:pt modelId="{2127D867-BE31-449A-9699-23698FF7553E}">
      <dgm:prSet phldrT="[Texte]" custT="1"/>
      <dgm:spPr/>
      <dgm:t>
        <a:bodyPr/>
        <a:lstStyle/>
        <a:p>
          <a:r>
            <a:rPr lang="fr-FR" sz="1200" dirty="0" err="1"/>
            <a:t>Embedding</a:t>
          </a:r>
          <a:endParaRPr lang="en-US" sz="1200" dirty="0"/>
        </a:p>
      </dgm:t>
    </dgm:pt>
    <dgm:pt modelId="{CD6B118D-2BDB-4D74-8E37-C590545B4B99}" type="parTrans" cxnId="{1F6C148E-379E-4D8C-B449-AE17F7AEB2E2}">
      <dgm:prSet/>
      <dgm:spPr/>
      <dgm:t>
        <a:bodyPr/>
        <a:lstStyle/>
        <a:p>
          <a:endParaRPr lang="en-US"/>
        </a:p>
      </dgm:t>
    </dgm:pt>
    <dgm:pt modelId="{02F86CCB-1E08-4CCD-8B49-52E04407FD3A}" type="sibTrans" cxnId="{1F6C148E-379E-4D8C-B449-AE17F7AEB2E2}">
      <dgm:prSet/>
      <dgm:spPr/>
      <dgm:t>
        <a:bodyPr/>
        <a:lstStyle/>
        <a:p>
          <a:endParaRPr lang="en-US"/>
        </a:p>
      </dgm:t>
    </dgm:pt>
    <dgm:pt modelId="{E9D9AF0A-03A2-400C-8D62-7FD014A580E3}">
      <dgm:prSet phldrT="[Texte]" custT="1"/>
      <dgm:spPr/>
      <dgm:t>
        <a:bodyPr/>
        <a:lstStyle/>
        <a:p>
          <a:r>
            <a:rPr lang="fr-FR" sz="1200" dirty="0"/>
            <a:t>Standardisation</a:t>
          </a:r>
          <a:endParaRPr lang="en-US" sz="1200" dirty="0"/>
        </a:p>
      </dgm:t>
    </dgm:pt>
    <dgm:pt modelId="{EDBF4B07-B7F4-4619-8F40-12F361B5EF2B}" type="parTrans" cxnId="{638A7BBA-93FD-4BF8-B3A2-A06C7CB29565}">
      <dgm:prSet/>
      <dgm:spPr/>
      <dgm:t>
        <a:bodyPr/>
        <a:lstStyle/>
        <a:p>
          <a:endParaRPr lang="en-US"/>
        </a:p>
      </dgm:t>
    </dgm:pt>
    <dgm:pt modelId="{B88B9E46-3167-48F1-B9F0-92C04F1EDDCD}" type="sibTrans" cxnId="{638A7BBA-93FD-4BF8-B3A2-A06C7CB29565}">
      <dgm:prSet/>
      <dgm:spPr/>
      <dgm:t>
        <a:bodyPr/>
        <a:lstStyle/>
        <a:p>
          <a:endParaRPr lang="en-US"/>
        </a:p>
      </dgm:t>
    </dgm:pt>
    <dgm:pt modelId="{36A9DD92-2B19-4C29-A362-F7FB32BFC37A}">
      <dgm:prSet phldrT="[Texte]" custT="1"/>
      <dgm:spPr/>
      <dgm:t>
        <a:bodyPr/>
        <a:lstStyle/>
        <a:p>
          <a:r>
            <a:rPr lang="fr-FR" sz="1200" dirty="0"/>
            <a:t>Reduction de dimension</a:t>
          </a:r>
          <a:endParaRPr lang="en-US" sz="1200" dirty="0"/>
        </a:p>
      </dgm:t>
    </dgm:pt>
    <dgm:pt modelId="{9331B1F7-7500-415A-A16D-22BE50E29ABC}" type="parTrans" cxnId="{D115A7D5-8DF4-4186-9015-F51886D95A87}">
      <dgm:prSet/>
      <dgm:spPr/>
      <dgm:t>
        <a:bodyPr/>
        <a:lstStyle/>
        <a:p>
          <a:endParaRPr lang="en-US"/>
        </a:p>
      </dgm:t>
    </dgm:pt>
    <dgm:pt modelId="{44A42C48-D525-486F-87EF-1B9B1D3D7C1D}" type="sibTrans" cxnId="{D115A7D5-8DF4-4186-9015-F51886D95A87}">
      <dgm:prSet/>
      <dgm:spPr/>
      <dgm:t>
        <a:bodyPr/>
        <a:lstStyle/>
        <a:p>
          <a:endParaRPr lang="en-US"/>
        </a:p>
      </dgm:t>
    </dgm:pt>
    <dgm:pt modelId="{F2BD3B72-FA65-4AB0-9267-9A72585622BB}">
      <dgm:prSet phldrT="[Texte]"/>
      <dgm:spPr/>
      <dgm:t>
        <a:bodyPr/>
        <a:lstStyle/>
        <a:p>
          <a:r>
            <a:rPr lang="fr-FR" dirty="0" err="1"/>
            <a:t>ResNet</a:t>
          </a:r>
          <a:r>
            <a:rPr lang="fr-FR" dirty="0"/>
            <a:t> 50</a:t>
          </a:r>
          <a:endParaRPr lang="en-US" dirty="0"/>
        </a:p>
      </dgm:t>
    </dgm:pt>
    <dgm:pt modelId="{AB728CEF-A18F-4393-9740-58DD1FB12AAB}" type="parTrans" cxnId="{2F7BA8E4-32F1-4DDB-BAFF-FF40B446AF3F}">
      <dgm:prSet/>
      <dgm:spPr/>
      <dgm:t>
        <a:bodyPr/>
        <a:lstStyle/>
        <a:p>
          <a:endParaRPr lang="en-US"/>
        </a:p>
      </dgm:t>
    </dgm:pt>
    <dgm:pt modelId="{8CB4282C-044B-463A-A988-86D872020D5F}" type="sibTrans" cxnId="{2F7BA8E4-32F1-4DDB-BAFF-FF40B446AF3F}">
      <dgm:prSet/>
      <dgm:spPr/>
      <dgm:t>
        <a:bodyPr/>
        <a:lstStyle/>
        <a:p>
          <a:endParaRPr lang="en-US"/>
        </a:p>
      </dgm:t>
    </dgm:pt>
    <dgm:pt modelId="{26F4F38F-20D2-4DAF-91F4-F0B281D77F08}">
      <dgm:prSet phldrT="[Texte]"/>
      <dgm:spPr/>
      <dgm:t>
        <a:bodyPr/>
        <a:lstStyle/>
        <a:p>
          <a:r>
            <a:rPr lang="fr-FR" dirty="0" err="1"/>
            <a:t>EfficientNet</a:t>
          </a:r>
          <a:r>
            <a:rPr lang="fr-FR" dirty="0"/>
            <a:t> b4</a:t>
          </a:r>
          <a:endParaRPr lang="en-US" dirty="0"/>
        </a:p>
      </dgm:t>
    </dgm:pt>
    <dgm:pt modelId="{F64432C0-BAB0-4171-ACB3-6427E92C40A1}" type="parTrans" cxnId="{4089603C-6BFE-4453-A7E1-96F882192484}">
      <dgm:prSet/>
      <dgm:spPr/>
      <dgm:t>
        <a:bodyPr/>
        <a:lstStyle/>
        <a:p>
          <a:endParaRPr lang="en-US"/>
        </a:p>
      </dgm:t>
    </dgm:pt>
    <dgm:pt modelId="{F02BD39E-0BD6-4DEE-BFA9-0F72A2E5C826}" type="sibTrans" cxnId="{4089603C-6BFE-4453-A7E1-96F882192484}">
      <dgm:prSet/>
      <dgm:spPr/>
      <dgm:t>
        <a:bodyPr/>
        <a:lstStyle/>
        <a:p>
          <a:endParaRPr lang="en-US"/>
        </a:p>
      </dgm:t>
    </dgm:pt>
    <dgm:pt modelId="{D8C7401B-1107-458B-837E-69444C463191}">
      <dgm:prSet phldrT="[Texte]" custT="1"/>
      <dgm:spPr/>
      <dgm:t>
        <a:bodyPr/>
        <a:lstStyle/>
        <a:p>
          <a:r>
            <a:rPr lang="fr-FR" sz="1200" dirty="0" err="1"/>
            <a:t>Dataset</a:t>
          </a:r>
          <a:r>
            <a:rPr lang="fr-FR" sz="1200" dirty="0"/>
            <a:t> </a:t>
          </a:r>
          <a:r>
            <a:rPr lang="fr-FR" sz="1200" dirty="0" err="1"/>
            <a:t>Pytorch</a:t>
          </a:r>
          <a:endParaRPr lang="en-US" sz="1200" dirty="0"/>
        </a:p>
      </dgm:t>
    </dgm:pt>
    <dgm:pt modelId="{FE149304-4598-4502-AA9E-F3F176A086CD}" type="parTrans" cxnId="{222E8EE5-228F-424F-A738-BE9C20077763}">
      <dgm:prSet/>
      <dgm:spPr/>
      <dgm:t>
        <a:bodyPr/>
        <a:lstStyle/>
        <a:p>
          <a:endParaRPr lang="en-US"/>
        </a:p>
      </dgm:t>
    </dgm:pt>
    <dgm:pt modelId="{9B07F093-31C9-4D46-9940-26DE5EB98CD2}" type="sibTrans" cxnId="{222E8EE5-228F-424F-A738-BE9C20077763}">
      <dgm:prSet/>
      <dgm:spPr/>
      <dgm:t>
        <a:bodyPr/>
        <a:lstStyle/>
        <a:p>
          <a:endParaRPr lang="en-US"/>
        </a:p>
      </dgm:t>
    </dgm:pt>
    <dgm:pt modelId="{6B5614B3-3BC0-437C-902E-03169ECB2EC5}">
      <dgm:prSet phldrT="[Texte]"/>
      <dgm:spPr/>
      <dgm:t>
        <a:bodyPr/>
        <a:lstStyle/>
        <a:p>
          <a:r>
            <a:rPr lang="fr-FR" dirty="0" err="1"/>
            <a:t>Resize</a:t>
          </a:r>
          <a:r>
            <a:rPr lang="fr-FR" dirty="0"/>
            <a:t> 224x224</a:t>
          </a:r>
          <a:endParaRPr lang="en-US" dirty="0"/>
        </a:p>
      </dgm:t>
    </dgm:pt>
    <dgm:pt modelId="{6E52F844-33BD-4094-85E9-A27C9D604600}" type="parTrans" cxnId="{DBA0E821-87C0-4A54-B65B-DAE12142AF35}">
      <dgm:prSet/>
      <dgm:spPr/>
      <dgm:t>
        <a:bodyPr/>
        <a:lstStyle/>
        <a:p>
          <a:endParaRPr lang="en-US"/>
        </a:p>
      </dgm:t>
    </dgm:pt>
    <dgm:pt modelId="{C523C919-5C59-4AE1-B766-964401418325}" type="sibTrans" cxnId="{DBA0E821-87C0-4A54-B65B-DAE12142AF35}">
      <dgm:prSet/>
      <dgm:spPr/>
      <dgm:t>
        <a:bodyPr/>
        <a:lstStyle/>
        <a:p>
          <a:endParaRPr lang="en-US"/>
        </a:p>
      </dgm:t>
    </dgm:pt>
    <dgm:pt modelId="{A4CBA8E0-4282-4DEC-8874-8DCFB690ECFB}">
      <dgm:prSet phldrT="[Texte]"/>
      <dgm:spPr/>
      <dgm:t>
        <a:bodyPr/>
        <a:lstStyle/>
        <a:p>
          <a:r>
            <a:rPr lang="fr-FR" dirty="0"/>
            <a:t>Normalisation </a:t>
          </a:r>
          <a:r>
            <a:rPr lang="fr-FR" dirty="0" err="1"/>
            <a:t>Imagenet</a:t>
          </a:r>
          <a:r>
            <a:rPr lang="fr-FR" dirty="0"/>
            <a:t> </a:t>
          </a:r>
          <a:endParaRPr lang="en-US" dirty="0"/>
        </a:p>
      </dgm:t>
    </dgm:pt>
    <dgm:pt modelId="{6BF2CFEA-4E50-4144-91C7-A6B76BB26CCB}" type="parTrans" cxnId="{134B65B5-7E51-40AF-8BE7-922CE6AE9FFD}">
      <dgm:prSet/>
      <dgm:spPr/>
      <dgm:t>
        <a:bodyPr/>
        <a:lstStyle/>
        <a:p>
          <a:endParaRPr lang="en-US"/>
        </a:p>
      </dgm:t>
    </dgm:pt>
    <dgm:pt modelId="{51B06AF9-E22C-47A6-AC7F-F7F23E573866}" type="sibTrans" cxnId="{134B65B5-7E51-40AF-8BE7-922CE6AE9FFD}">
      <dgm:prSet/>
      <dgm:spPr/>
      <dgm:t>
        <a:bodyPr/>
        <a:lstStyle/>
        <a:p>
          <a:endParaRPr lang="en-US"/>
        </a:p>
      </dgm:t>
    </dgm:pt>
    <dgm:pt modelId="{310E6CFA-76EE-4CB9-AC56-4B39AEB6C1D1}">
      <dgm:prSet phldrT="[Texte]"/>
      <dgm:spPr/>
      <dgm:t>
        <a:bodyPr/>
        <a:lstStyle/>
        <a:p>
          <a:r>
            <a:rPr lang="fr-FR" dirty="0" err="1"/>
            <a:t>StandardScaler</a:t>
          </a:r>
          <a:endParaRPr lang="en-US" dirty="0"/>
        </a:p>
      </dgm:t>
    </dgm:pt>
    <dgm:pt modelId="{C5534310-FEDB-4C87-A3AB-5ECF42EC4348}" type="parTrans" cxnId="{D781944E-71CF-4A81-9C74-EBA1E3B1ACE0}">
      <dgm:prSet/>
      <dgm:spPr/>
      <dgm:t>
        <a:bodyPr/>
        <a:lstStyle/>
        <a:p>
          <a:endParaRPr lang="en-US"/>
        </a:p>
      </dgm:t>
    </dgm:pt>
    <dgm:pt modelId="{E062B4F2-1B16-4CAA-B4FC-83C8A110B2D1}" type="sibTrans" cxnId="{D781944E-71CF-4A81-9C74-EBA1E3B1ACE0}">
      <dgm:prSet/>
      <dgm:spPr/>
      <dgm:t>
        <a:bodyPr/>
        <a:lstStyle/>
        <a:p>
          <a:endParaRPr lang="en-US"/>
        </a:p>
      </dgm:t>
    </dgm:pt>
    <dgm:pt modelId="{DBB453F0-5AE5-432A-BCEA-CBF2DA3855D6}">
      <dgm:prSet phldrT="[Texte]"/>
      <dgm:spPr/>
      <dgm:t>
        <a:bodyPr/>
        <a:lstStyle/>
        <a:p>
          <a:r>
            <a:rPr lang="fr-FR" dirty="0"/>
            <a:t>PCA</a:t>
          </a:r>
          <a:endParaRPr lang="en-US" dirty="0"/>
        </a:p>
      </dgm:t>
    </dgm:pt>
    <dgm:pt modelId="{C19C413F-1468-421C-83F5-854A91667A34}" type="parTrans" cxnId="{260534C2-6021-45A6-8D02-98277D677292}">
      <dgm:prSet/>
      <dgm:spPr/>
      <dgm:t>
        <a:bodyPr/>
        <a:lstStyle/>
        <a:p>
          <a:endParaRPr lang="en-US"/>
        </a:p>
      </dgm:t>
    </dgm:pt>
    <dgm:pt modelId="{5ED8C9A1-53C4-43BF-9E2E-73EFA1DA48E4}" type="sibTrans" cxnId="{260534C2-6021-45A6-8D02-98277D677292}">
      <dgm:prSet/>
      <dgm:spPr/>
      <dgm:t>
        <a:bodyPr/>
        <a:lstStyle/>
        <a:p>
          <a:endParaRPr lang="en-US"/>
        </a:p>
      </dgm:t>
    </dgm:pt>
    <dgm:pt modelId="{7C11516A-9937-4819-9A8A-258A6430816D}">
      <dgm:prSet phldrT="[Texte]" custT="1"/>
      <dgm:spPr/>
      <dgm:t>
        <a:bodyPr/>
        <a:lstStyle/>
        <a:p>
          <a:r>
            <a:rPr lang="fr-FR" sz="1200" dirty="0"/>
            <a:t>Clustering</a:t>
          </a:r>
          <a:endParaRPr lang="en-US" sz="1200" dirty="0"/>
        </a:p>
      </dgm:t>
    </dgm:pt>
    <dgm:pt modelId="{E2CBBCD6-642F-44E9-A66C-719492FEF561}" type="parTrans" cxnId="{12ACAFE6-8FC1-48D6-9856-1C480D350D09}">
      <dgm:prSet/>
      <dgm:spPr/>
      <dgm:t>
        <a:bodyPr/>
        <a:lstStyle/>
        <a:p>
          <a:endParaRPr lang="en-US"/>
        </a:p>
      </dgm:t>
    </dgm:pt>
    <dgm:pt modelId="{D4915C26-F969-49EF-BF90-241F890B8840}" type="sibTrans" cxnId="{12ACAFE6-8FC1-48D6-9856-1C480D350D09}">
      <dgm:prSet/>
      <dgm:spPr/>
      <dgm:t>
        <a:bodyPr/>
        <a:lstStyle/>
        <a:p>
          <a:endParaRPr lang="en-US"/>
        </a:p>
      </dgm:t>
    </dgm:pt>
    <dgm:pt modelId="{BE022753-7F43-427D-9CEC-88C137275989}">
      <dgm:prSet phldrT="[Texte]"/>
      <dgm:spPr/>
      <dgm:t>
        <a:bodyPr/>
        <a:lstStyle/>
        <a:p>
          <a:r>
            <a:rPr lang="fr-FR" dirty="0" err="1"/>
            <a:t>K_Means</a:t>
          </a:r>
          <a:endParaRPr lang="en-US" dirty="0"/>
        </a:p>
      </dgm:t>
    </dgm:pt>
    <dgm:pt modelId="{DD4284D6-8C88-41EB-BEBF-4BFA79C88F88}" type="parTrans" cxnId="{82F886CD-BD50-4CBD-8BAB-446B0973972C}">
      <dgm:prSet/>
      <dgm:spPr/>
      <dgm:t>
        <a:bodyPr/>
        <a:lstStyle/>
        <a:p>
          <a:endParaRPr lang="en-US"/>
        </a:p>
      </dgm:t>
    </dgm:pt>
    <dgm:pt modelId="{3D67C510-B163-46DB-9E24-DA7395D8DDDA}" type="sibTrans" cxnId="{82F886CD-BD50-4CBD-8BAB-446B0973972C}">
      <dgm:prSet/>
      <dgm:spPr/>
      <dgm:t>
        <a:bodyPr/>
        <a:lstStyle/>
        <a:p>
          <a:endParaRPr lang="en-US"/>
        </a:p>
      </dgm:t>
    </dgm:pt>
    <dgm:pt modelId="{0C477219-73EA-479E-BFA8-B29AE140D4A8}">
      <dgm:prSet phldrT="[Texte]"/>
      <dgm:spPr/>
      <dgm:t>
        <a:bodyPr/>
        <a:lstStyle/>
        <a:p>
          <a:r>
            <a:rPr lang="fr-FR" dirty="0"/>
            <a:t>DBSCAN</a:t>
          </a:r>
          <a:endParaRPr lang="en-US" dirty="0"/>
        </a:p>
      </dgm:t>
    </dgm:pt>
    <dgm:pt modelId="{E0DC5844-BBBE-4202-B207-F3AB150419B5}" type="parTrans" cxnId="{28448947-358D-45CF-83D8-FBF68F7750E9}">
      <dgm:prSet/>
      <dgm:spPr/>
      <dgm:t>
        <a:bodyPr/>
        <a:lstStyle/>
        <a:p>
          <a:endParaRPr lang="en-US"/>
        </a:p>
      </dgm:t>
    </dgm:pt>
    <dgm:pt modelId="{974E5536-1D25-4705-920C-450E7CA07F07}" type="sibTrans" cxnId="{28448947-358D-45CF-83D8-FBF68F7750E9}">
      <dgm:prSet/>
      <dgm:spPr/>
      <dgm:t>
        <a:bodyPr/>
        <a:lstStyle/>
        <a:p>
          <a:endParaRPr lang="en-US"/>
        </a:p>
      </dgm:t>
    </dgm:pt>
    <dgm:pt modelId="{73DD6E8E-09EA-4C4E-B45B-0825CB59D318}">
      <dgm:prSet phldrT="[Texte]" custT="1"/>
      <dgm:spPr/>
      <dgm:t>
        <a:bodyPr/>
        <a:lstStyle/>
        <a:p>
          <a:r>
            <a:rPr lang="fr-FR" sz="1200" dirty="0"/>
            <a:t>CNN</a:t>
          </a:r>
          <a:endParaRPr lang="en-US" sz="1200" dirty="0"/>
        </a:p>
      </dgm:t>
    </dgm:pt>
    <dgm:pt modelId="{42002367-AB8A-4A4B-A096-121D25DDDCA0}" type="parTrans" cxnId="{2CBD6FB4-B28D-4FC3-A0D9-072850BE90B8}">
      <dgm:prSet/>
      <dgm:spPr/>
      <dgm:t>
        <a:bodyPr/>
        <a:lstStyle/>
        <a:p>
          <a:endParaRPr lang="en-US"/>
        </a:p>
      </dgm:t>
    </dgm:pt>
    <dgm:pt modelId="{5F149FFC-70E9-4922-9CCB-E91693580FF9}" type="sibTrans" cxnId="{2CBD6FB4-B28D-4FC3-A0D9-072850BE90B8}">
      <dgm:prSet/>
      <dgm:spPr/>
      <dgm:t>
        <a:bodyPr/>
        <a:lstStyle/>
        <a:p>
          <a:endParaRPr lang="en-US"/>
        </a:p>
      </dgm:t>
    </dgm:pt>
    <dgm:pt modelId="{5C2CAB43-D885-4545-A1B5-88273D6A2090}">
      <dgm:prSet phldrT="[Texte]"/>
      <dgm:spPr/>
      <dgm:t>
        <a:bodyPr/>
        <a:lstStyle/>
        <a:p>
          <a:r>
            <a:rPr lang="fr-FR" dirty="0"/>
            <a:t>Sur labels faibles</a:t>
          </a:r>
          <a:endParaRPr lang="en-US" dirty="0"/>
        </a:p>
      </dgm:t>
    </dgm:pt>
    <dgm:pt modelId="{2E150D84-7885-4076-A416-383033F08E0F}" type="parTrans" cxnId="{A20D71BC-1573-480D-A26E-53C8EDCF87C2}">
      <dgm:prSet/>
      <dgm:spPr/>
      <dgm:t>
        <a:bodyPr/>
        <a:lstStyle/>
        <a:p>
          <a:endParaRPr lang="en-US"/>
        </a:p>
      </dgm:t>
    </dgm:pt>
    <dgm:pt modelId="{31A6DFBA-0985-499E-93E1-C013E0A2CFC7}" type="sibTrans" cxnId="{A20D71BC-1573-480D-A26E-53C8EDCF87C2}">
      <dgm:prSet/>
      <dgm:spPr/>
      <dgm:t>
        <a:bodyPr/>
        <a:lstStyle/>
        <a:p>
          <a:endParaRPr lang="en-US"/>
        </a:p>
      </dgm:t>
    </dgm:pt>
    <dgm:pt modelId="{50449392-9428-4A8F-83DF-BC6788B04E21}">
      <dgm:prSet phldrT="[Texte]"/>
      <dgm:spPr/>
      <dgm:t>
        <a:bodyPr/>
        <a:lstStyle/>
        <a:p>
          <a:r>
            <a:rPr lang="fr-FR" dirty="0" err="1"/>
            <a:t>Finetuning</a:t>
          </a:r>
          <a:endParaRPr lang="en-US" dirty="0"/>
        </a:p>
      </dgm:t>
    </dgm:pt>
    <dgm:pt modelId="{BA039285-FFB8-4D76-BD2B-AE8E09DA2F7C}" type="parTrans" cxnId="{FA4214A4-BECD-45E8-B598-F41755B9654E}">
      <dgm:prSet/>
      <dgm:spPr/>
      <dgm:t>
        <a:bodyPr/>
        <a:lstStyle/>
        <a:p>
          <a:endParaRPr lang="en-US"/>
        </a:p>
      </dgm:t>
    </dgm:pt>
    <dgm:pt modelId="{C76CB2D7-78FE-4D89-BB9E-7CDA52A1E0F5}" type="sibTrans" cxnId="{FA4214A4-BECD-45E8-B598-F41755B9654E}">
      <dgm:prSet/>
      <dgm:spPr/>
      <dgm:t>
        <a:bodyPr/>
        <a:lstStyle/>
        <a:p>
          <a:endParaRPr lang="en-US"/>
        </a:p>
      </dgm:t>
    </dgm:pt>
    <dgm:pt modelId="{9F5B7A23-1E1F-4318-B7B2-3031B0A34FE4}">
      <dgm:prSet phldrT="[Texte]"/>
      <dgm:spPr/>
      <dgm:t>
        <a:bodyPr/>
        <a:lstStyle/>
        <a:p>
          <a:r>
            <a:rPr lang="fr-FR" dirty="0"/>
            <a:t>Visualisation t-SNE</a:t>
          </a:r>
          <a:endParaRPr lang="en-US" dirty="0"/>
        </a:p>
      </dgm:t>
    </dgm:pt>
    <dgm:pt modelId="{40DEAB66-3900-4D2D-AE37-FCC64F0C6898}" type="parTrans" cxnId="{3998F8CA-8A53-4E61-9D1A-D4DDF77CA5D5}">
      <dgm:prSet/>
      <dgm:spPr/>
      <dgm:t>
        <a:bodyPr/>
        <a:lstStyle/>
        <a:p>
          <a:endParaRPr lang="en-US"/>
        </a:p>
      </dgm:t>
    </dgm:pt>
    <dgm:pt modelId="{CD5C6DD2-2C78-46C6-9FCA-FEE9C24AE98F}" type="sibTrans" cxnId="{3998F8CA-8A53-4E61-9D1A-D4DDF77CA5D5}">
      <dgm:prSet/>
      <dgm:spPr/>
      <dgm:t>
        <a:bodyPr/>
        <a:lstStyle/>
        <a:p>
          <a:endParaRPr lang="en-US"/>
        </a:p>
      </dgm:t>
    </dgm:pt>
    <dgm:pt modelId="{6EBCA79A-0A03-4949-BEEF-5BE21A96FA72}" type="pres">
      <dgm:prSet presAssocID="{3CE5ED3D-40B4-49B2-A0E6-D2077B9B2DB0}" presName="linearFlow" presStyleCnt="0">
        <dgm:presLayoutVars>
          <dgm:dir/>
          <dgm:animLvl val="lvl"/>
          <dgm:resizeHandles val="exact"/>
        </dgm:presLayoutVars>
      </dgm:prSet>
      <dgm:spPr/>
    </dgm:pt>
    <dgm:pt modelId="{7AB1092E-86A7-4042-BDAD-9E5C3F67E6B4}" type="pres">
      <dgm:prSet presAssocID="{D8C7401B-1107-458B-837E-69444C463191}" presName="composite" presStyleCnt="0"/>
      <dgm:spPr/>
    </dgm:pt>
    <dgm:pt modelId="{E6C88B7A-86FF-4A58-B876-5F677F8FEAC4}" type="pres">
      <dgm:prSet presAssocID="{D8C7401B-1107-458B-837E-69444C463191}" presName="parTx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E0039197-DEE4-43BA-81C2-4E5769050D16}" type="pres">
      <dgm:prSet presAssocID="{D8C7401B-1107-458B-837E-69444C463191}" presName="parSh" presStyleLbl="node1" presStyleIdx="0" presStyleCnt="6" custLinFactNeighborX="978"/>
      <dgm:spPr/>
    </dgm:pt>
    <dgm:pt modelId="{C8FA46CC-7D20-4A2E-91E4-4EBE856496D7}" type="pres">
      <dgm:prSet presAssocID="{D8C7401B-1107-458B-837E-69444C463191}" presName="desTx" presStyleLbl="fgAcc1" presStyleIdx="0" presStyleCnt="6">
        <dgm:presLayoutVars>
          <dgm:bulletEnabled val="1"/>
        </dgm:presLayoutVars>
      </dgm:prSet>
      <dgm:spPr/>
    </dgm:pt>
    <dgm:pt modelId="{4F059184-ADAD-41E7-9F75-1CAB483F23B6}" type="pres">
      <dgm:prSet presAssocID="{9B07F093-31C9-4D46-9940-26DE5EB98CD2}" presName="sibTrans" presStyleLbl="sibTrans2D1" presStyleIdx="0" presStyleCnt="5"/>
      <dgm:spPr/>
    </dgm:pt>
    <dgm:pt modelId="{F2C26AF4-2C81-474E-B21A-C38D51FDFB12}" type="pres">
      <dgm:prSet presAssocID="{9B07F093-31C9-4D46-9940-26DE5EB98CD2}" presName="connTx" presStyleLbl="sibTrans2D1" presStyleIdx="0" presStyleCnt="5"/>
      <dgm:spPr/>
    </dgm:pt>
    <dgm:pt modelId="{53E63C9E-95D4-400D-8266-91080A258990}" type="pres">
      <dgm:prSet presAssocID="{2127D867-BE31-449A-9699-23698FF7553E}" presName="composite" presStyleCnt="0"/>
      <dgm:spPr/>
    </dgm:pt>
    <dgm:pt modelId="{5EFFD257-411D-4BE6-82C5-4C0638F8F4D2}" type="pres">
      <dgm:prSet presAssocID="{2127D867-BE31-449A-9699-23698FF7553E}" presName="parTx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94A58DC2-9600-47BD-9349-9FA33A1B8074}" type="pres">
      <dgm:prSet presAssocID="{2127D867-BE31-449A-9699-23698FF7553E}" presName="parSh" presStyleLbl="node1" presStyleIdx="1" presStyleCnt="6" custLinFactNeighborX="978"/>
      <dgm:spPr/>
    </dgm:pt>
    <dgm:pt modelId="{878EF815-8F21-406C-AF87-5C782900E1A7}" type="pres">
      <dgm:prSet presAssocID="{2127D867-BE31-449A-9699-23698FF7553E}" presName="desTx" presStyleLbl="fgAcc1" presStyleIdx="1" presStyleCnt="6">
        <dgm:presLayoutVars>
          <dgm:bulletEnabled val="1"/>
        </dgm:presLayoutVars>
      </dgm:prSet>
      <dgm:spPr/>
    </dgm:pt>
    <dgm:pt modelId="{84042F93-5D45-4AEB-987D-67D85B212F03}" type="pres">
      <dgm:prSet presAssocID="{02F86CCB-1E08-4CCD-8B49-52E04407FD3A}" presName="sibTrans" presStyleLbl="sibTrans2D1" presStyleIdx="1" presStyleCnt="5"/>
      <dgm:spPr/>
    </dgm:pt>
    <dgm:pt modelId="{E6CDBDE5-5A06-45E9-BD89-772CB61F4102}" type="pres">
      <dgm:prSet presAssocID="{02F86CCB-1E08-4CCD-8B49-52E04407FD3A}" presName="connTx" presStyleLbl="sibTrans2D1" presStyleIdx="1" presStyleCnt="5"/>
      <dgm:spPr/>
    </dgm:pt>
    <dgm:pt modelId="{FD28CEB2-A95F-4922-96AE-D89E96C7A028}" type="pres">
      <dgm:prSet presAssocID="{E9D9AF0A-03A2-400C-8D62-7FD014A580E3}" presName="composite" presStyleCnt="0"/>
      <dgm:spPr/>
    </dgm:pt>
    <dgm:pt modelId="{194D9B8A-1D16-4F2A-8DA3-965898AC0CB7}" type="pres">
      <dgm:prSet presAssocID="{E9D9AF0A-03A2-400C-8D62-7FD014A580E3}" presName="parTx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2C12FE64-C148-46CF-901F-081CBA511F68}" type="pres">
      <dgm:prSet presAssocID="{E9D9AF0A-03A2-400C-8D62-7FD014A580E3}" presName="parSh" presStyleLbl="node1" presStyleIdx="2" presStyleCnt="6" custLinFactNeighborX="978"/>
      <dgm:spPr/>
    </dgm:pt>
    <dgm:pt modelId="{CFAFC0F1-4F74-44E0-B935-67FEDB0B9936}" type="pres">
      <dgm:prSet presAssocID="{E9D9AF0A-03A2-400C-8D62-7FD014A580E3}" presName="desTx" presStyleLbl="fgAcc1" presStyleIdx="2" presStyleCnt="6">
        <dgm:presLayoutVars>
          <dgm:bulletEnabled val="1"/>
        </dgm:presLayoutVars>
      </dgm:prSet>
      <dgm:spPr/>
    </dgm:pt>
    <dgm:pt modelId="{BCC1DD08-4121-4F73-BE97-B9784C8D42EB}" type="pres">
      <dgm:prSet presAssocID="{B88B9E46-3167-48F1-B9F0-92C04F1EDDCD}" presName="sibTrans" presStyleLbl="sibTrans2D1" presStyleIdx="2" presStyleCnt="5"/>
      <dgm:spPr/>
    </dgm:pt>
    <dgm:pt modelId="{2F80302F-3AAD-49DB-A00D-47FCF280D7B8}" type="pres">
      <dgm:prSet presAssocID="{B88B9E46-3167-48F1-B9F0-92C04F1EDDCD}" presName="connTx" presStyleLbl="sibTrans2D1" presStyleIdx="2" presStyleCnt="5"/>
      <dgm:spPr/>
    </dgm:pt>
    <dgm:pt modelId="{F64743F5-1714-4D07-8A7E-6427D203C51D}" type="pres">
      <dgm:prSet presAssocID="{36A9DD92-2B19-4C29-A362-F7FB32BFC37A}" presName="composite" presStyleCnt="0"/>
      <dgm:spPr/>
    </dgm:pt>
    <dgm:pt modelId="{780F0F3F-1679-421B-ABEE-D63A4DD90BA2}" type="pres">
      <dgm:prSet presAssocID="{36A9DD92-2B19-4C29-A362-F7FB32BFC37A}" presName="parTx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D1FD7671-6BD7-457D-8706-56B772369DE8}" type="pres">
      <dgm:prSet presAssocID="{36A9DD92-2B19-4C29-A362-F7FB32BFC37A}" presName="parSh" presStyleLbl="node1" presStyleIdx="3" presStyleCnt="6" custLinFactNeighborX="978"/>
      <dgm:spPr/>
    </dgm:pt>
    <dgm:pt modelId="{A62FCB19-79B9-49C4-AD4A-543B1615C777}" type="pres">
      <dgm:prSet presAssocID="{36A9DD92-2B19-4C29-A362-F7FB32BFC37A}" presName="desTx" presStyleLbl="fgAcc1" presStyleIdx="3" presStyleCnt="6">
        <dgm:presLayoutVars>
          <dgm:bulletEnabled val="1"/>
        </dgm:presLayoutVars>
      </dgm:prSet>
      <dgm:spPr/>
    </dgm:pt>
    <dgm:pt modelId="{A417F040-CD5A-41F4-909C-0CAD62E48C7E}" type="pres">
      <dgm:prSet presAssocID="{44A42C48-D525-486F-87EF-1B9B1D3D7C1D}" presName="sibTrans" presStyleLbl="sibTrans2D1" presStyleIdx="3" presStyleCnt="5"/>
      <dgm:spPr/>
    </dgm:pt>
    <dgm:pt modelId="{6961A7B6-CFE9-4039-9329-FD13DA35B8CE}" type="pres">
      <dgm:prSet presAssocID="{44A42C48-D525-486F-87EF-1B9B1D3D7C1D}" presName="connTx" presStyleLbl="sibTrans2D1" presStyleIdx="3" presStyleCnt="5"/>
      <dgm:spPr/>
    </dgm:pt>
    <dgm:pt modelId="{83EB9BBE-5DF4-4EF0-B3BE-22D410E9CA7C}" type="pres">
      <dgm:prSet presAssocID="{7C11516A-9937-4819-9A8A-258A6430816D}" presName="composite" presStyleCnt="0"/>
      <dgm:spPr/>
    </dgm:pt>
    <dgm:pt modelId="{EF1B4B1B-EE72-4B88-9082-F82B5F1A5868}" type="pres">
      <dgm:prSet presAssocID="{7C11516A-9937-4819-9A8A-258A6430816D}" presName="parTx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0564B863-7244-41E1-B9A7-A08E1ACFBDD7}" type="pres">
      <dgm:prSet presAssocID="{7C11516A-9937-4819-9A8A-258A6430816D}" presName="parSh" presStyleLbl="node1" presStyleIdx="4" presStyleCnt="6" custLinFactNeighborX="978"/>
      <dgm:spPr/>
    </dgm:pt>
    <dgm:pt modelId="{67FB3BBE-E202-487D-BD76-DD3F6D3F5F8C}" type="pres">
      <dgm:prSet presAssocID="{7C11516A-9937-4819-9A8A-258A6430816D}" presName="desTx" presStyleLbl="fgAcc1" presStyleIdx="4" presStyleCnt="6">
        <dgm:presLayoutVars>
          <dgm:bulletEnabled val="1"/>
        </dgm:presLayoutVars>
      </dgm:prSet>
      <dgm:spPr/>
    </dgm:pt>
    <dgm:pt modelId="{C44A358E-C949-4500-9987-710790D9A669}" type="pres">
      <dgm:prSet presAssocID="{D4915C26-F969-49EF-BF90-241F890B8840}" presName="sibTrans" presStyleLbl="sibTrans2D1" presStyleIdx="4" presStyleCnt="5"/>
      <dgm:spPr/>
    </dgm:pt>
    <dgm:pt modelId="{09CDEA0B-6279-44A5-99AA-5B0BDEE4E3A0}" type="pres">
      <dgm:prSet presAssocID="{D4915C26-F969-49EF-BF90-241F890B8840}" presName="connTx" presStyleLbl="sibTrans2D1" presStyleIdx="4" presStyleCnt="5"/>
      <dgm:spPr/>
    </dgm:pt>
    <dgm:pt modelId="{F0D9F90E-5D91-4580-9711-609AF1051313}" type="pres">
      <dgm:prSet presAssocID="{73DD6E8E-09EA-4C4E-B45B-0825CB59D318}" presName="composite" presStyleCnt="0"/>
      <dgm:spPr/>
    </dgm:pt>
    <dgm:pt modelId="{0E1BFBE7-33EA-4AAA-81BE-3C981B97A11C}" type="pres">
      <dgm:prSet presAssocID="{73DD6E8E-09EA-4C4E-B45B-0825CB59D318}" presName="parTx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2729B21F-E991-4204-A16E-9EE6CDBD8032}" type="pres">
      <dgm:prSet presAssocID="{73DD6E8E-09EA-4C4E-B45B-0825CB59D318}" presName="parSh" presStyleLbl="node1" presStyleIdx="5" presStyleCnt="6"/>
      <dgm:spPr/>
    </dgm:pt>
    <dgm:pt modelId="{E55327C6-F631-4584-8249-73C213519779}" type="pres">
      <dgm:prSet presAssocID="{73DD6E8E-09EA-4C4E-B45B-0825CB59D318}" presName="desTx" presStyleLbl="fgAcc1" presStyleIdx="5" presStyleCnt="6">
        <dgm:presLayoutVars>
          <dgm:bulletEnabled val="1"/>
        </dgm:presLayoutVars>
      </dgm:prSet>
      <dgm:spPr/>
    </dgm:pt>
  </dgm:ptLst>
  <dgm:cxnLst>
    <dgm:cxn modelId="{2E36DE02-C523-469E-BA12-8C18470ECFC1}" type="presOf" srcId="{310E6CFA-76EE-4CB9-AC56-4B39AEB6C1D1}" destId="{CFAFC0F1-4F74-44E0-B935-67FEDB0B9936}" srcOrd="0" destOrd="0" presId="urn:microsoft.com/office/officeart/2005/8/layout/process3"/>
    <dgm:cxn modelId="{2889130C-AC2A-4772-B5A0-99A75C7CAF08}" type="presOf" srcId="{E9D9AF0A-03A2-400C-8D62-7FD014A580E3}" destId="{2C12FE64-C148-46CF-901F-081CBA511F68}" srcOrd="1" destOrd="0" presId="urn:microsoft.com/office/officeart/2005/8/layout/process3"/>
    <dgm:cxn modelId="{39640D0F-3FD3-4F4E-936C-5E99D16A12ED}" type="presOf" srcId="{D4915C26-F969-49EF-BF90-241F890B8840}" destId="{09CDEA0B-6279-44A5-99AA-5B0BDEE4E3A0}" srcOrd="1" destOrd="0" presId="urn:microsoft.com/office/officeart/2005/8/layout/process3"/>
    <dgm:cxn modelId="{406A7C1A-7C1A-4312-99D6-4754EB8CC00C}" type="presOf" srcId="{44A42C48-D525-486F-87EF-1B9B1D3D7C1D}" destId="{6961A7B6-CFE9-4039-9329-FD13DA35B8CE}" srcOrd="1" destOrd="0" presId="urn:microsoft.com/office/officeart/2005/8/layout/process3"/>
    <dgm:cxn modelId="{FC47121D-CB64-446F-9709-395AEE27AEA7}" type="presOf" srcId="{6B5614B3-3BC0-437C-902E-03169ECB2EC5}" destId="{C8FA46CC-7D20-4A2E-91E4-4EBE856496D7}" srcOrd="0" destOrd="0" presId="urn:microsoft.com/office/officeart/2005/8/layout/process3"/>
    <dgm:cxn modelId="{DBA0E821-87C0-4A54-B65B-DAE12142AF35}" srcId="{D8C7401B-1107-458B-837E-69444C463191}" destId="{6B5614B3-3BC0-437C-902E-03169ECB2EC5}" srcOrd="0" destOrd="0" parTransId="{6E52F844-33BD-4094-85E9-A27C9D604600}" sibTransId="{C523C919-5C59-4AE1-B766-964401418325}"/>
    <dgm:cxn modelId="{CDBABE24-EABB-47DD-BAE8-D1C31752723E}" type="presOf" srcId="{0C477219-73EA-479E-BFA8-B29AE140D4A8}" destId="{67FB3BBE-E202-487D-BD76-DD3F6D3F5F8C}" srcOrd="0" destOrd="1" presId="urn:microsoft.com/office/officeart/2005/8/layout/process3"/>
    <dgm:cxn modelId="{994B062A-6024-48A6-8A8F-571D54C72797}" type="presOf" srcId="{A4CBA8E0-4282-4DEC-8874-8DCFB690ECFB}" destId="{C8FA46CC-7D20-4A2E-91E4-4EBE856496D7}" srcOrd="0" destOrd="1" presId="urn:microsoft.com/office/officeart/2005/8/layout/process3"/>
    <dgm:cxn modelId="{E181442A-61F7-42E1-8BB0-8556FAA9AE35}" type="presOf" srcId="{26F4F38F-20D2-4DAF-91F4-F0B281D77F08}" destId="{878EF815-8F21-406C-AF87-5C782900E1A7}" srcOrd="0" destOrd="1" presId="urn:microsoft.com/office/officeart/2005/8/layout/process3"/>
    <dgm:cxn modelId="{115BDD34-EAC2-4376-BB4D-3D56C39A06E5}" type="presOf" srcId="{E9D9AF0A-03A2-400C-8D62-7FD014A580E3}" destId="{194D9B8A-1D16-4F2A-8DA3-965898AC0CB7}" srcOrd="0" destOrd="0" presId="urn:microsoft.com/office/officeart/2005/8/layout/process3"/>
    <dgm:cxn modelId="{4089603C-6BFE-4453-A7E1-96F882192484}" srcId="{2127D867-BE31-449A-9699-23698FF7553E}" destId="{26F4F38F-20D2-4DAF-91F4-F0B281D77F08}" srcOrd="1" destOrd="0" parTransId="{F64432C0-BAB0-4171-ACB3-6427E92C40A1}" sibTransId="{F02BD39E-0BD6-4DEE-BFA9-0F72A2E5C826}"/>
    <dgm:cxn modelId="{D18BB53F-F735-4B54-AC29-85E5D116C7F5}" type="presOf" srcId="{DBB453F0-5AE5-432A-BCEA-CBF2DA3855D6}" destId="{A62FCB19-79B9-49C4-AD4A-543B1615C777}" srcOrd="0" destOrd="0" presId="urn:microsoft.com/office/officeart/2005/8/layout/process3"/>
    <dgm:cxn modelId="{B576EE40-D3D8-4261-9051-EDB50F4F5918}" type="presOf" srcId="{D4915C26-F969-49EF-BF90-241F890B8840}" destId="{C44A358E-C949-4500-9987-710790D9A669}" srcOrd="0" destOrd="0" presId="urn:microsoft.com/office/officeart/2005/8/layout/process3"/>
    <dgm:cxn modelId="{E234965D-A807-4AE7-B39A-0639CC4F5E4B}" type="presOf" srcId="{02F86CCB-1E08-4CCD-8B49-52E04407FD3A}" destId="{84042F93-5D45-4AEB-987D-67D85B212F03}" srcOrd="0" destOrd="0" presId="urn:microsoft.com/office/officeart/2005/8/layout/process3"/>
    <dgm:cxn modelId="{D3B4C242-35E3-4AA8-85AE-13023503AB84}" type="presOf" srcId="{44A42C48-D525-486F-87EF-1B9B1D3D7C1D}" destId="{A417F040-CD5A-41F4-909C-0CAD62E48C7E}" srcOrd="0" destOrd="0" presId="urn:microsoft.com/office/officeart/2005/8/layout/process3"/>
    <dgm:cxn modelId="{536E2D66-74FC-4511-A154-3D59D7FC4B18}" type="presOf" srcId="{02F86CCB-1E08-4CCD-8B49-52E04407FD3A}" destId="{E6CDBDE5-5A06-45E9-BD89-772CB61F4102}" srcOrd="1" destOrd="0" presId="urn:microsoft.com/office/officeart/2005/8/layout/process3"/>
    <dgm:cxn modelId="{431C7D66-308F-4441-93CF-28CC9E8B6BB5}" type="presOf" srcId="{9B07F093-31C9-4D46-9940-26DE5EB98CD2}" destId="{4F059184-ADAD-41E7-9F75-1CAB483F23B6}" srcOrd="0" destOrd="0" presId="urn:microsoft.com/office/officeart/2005/8/layout/process3"/>
    <dgm:cxn modelId="{28448947-358D-45CF-83D8-FBF68F7750E9}" srcId="{7C11516A-9937-4819-9A8A-258A6430816D}" destId="{0C477219-73EA-479E-BFA8-B29AE140D4A8}" srcOrd="1" destOrd="0" parTransId="{E0DC5844-BBBE-4202-B207-F3AB150419B5}" sibTransId="{974E5536-1D25-4705-920C-450E7CA07F07}"/>
    <dgm:cxn modelId="{BDA2A447-D058-48FF-B327-A6D72DEE59B1}" type="presOf" srcId="{7C11516A-9937-4819-9A8A-258A6430816D}" destId="{EF1B4B1B-EE72-4B88-9082-F82B5F1A5868}" srcOrd="0" destOrd="0" presId="urn:microsoft.com/office/officeart/2005/8/layout/process3"/>
    <dgm:cxn modelId="{5A9D174B-F45F-49A8-91E4-9036DED86F48}" type="presOf" srcId="{9F5B7A23-1E1F-4318-B7B2-3031B0A34FE4}" destId="{67FB3BBE-E202-487D-BD76-DD3F6D3F5F8C}" srcOrd="0" destOrd="2" presId="urn:microsoft.com/office/officeart/2005/8/layout/process3"/>
    <dgm:cxn modelId="{D781944E-71CF-4A81-9C74-EBA1E3B1ACE0}" srcId="{E9D9AF0A-03A2-400C-8D62-7FD014A580E3}" destId="{310E6CFA-76EE-4CB9-AC56-4B39AEB6C1D1}" srcOrd="0" destOrd="0" parTransId="{C5534310-FEDB-4C87-A3AB-5ECF42EC4348}" sibTransId="{E062B4F2-1B16-4CAA-B4FC-83C8A110B2D1}"/>
    <dgm:cxn modelId="{5064BF57-4417-4E9D-B4E9-0D94F5D4A128}" type="presOf" srcId="{50449392-9428-4A8F-83DF-BC6788B04E21}" destId="{E55327C6-F631-4584-8249-73C213519779}" srcOrd="0" destOrd="1" presId="urn:microsoft.com/office/officeart/2005/8/layout/process3"/>
    <dgm:cxn modelId="{4B23F477-AD6A-4445-9DBC-6D6EA44987A1}" type="presOf" srcId="{73DD6E8E-09EA-4C4E-B45B-0825CB59D318}" destId="{0E1BFBE7-33EA-4AAA-81BE-3C981B97A11C}" srcOrd="0" destOrd="0" presId="urn:microsoft.com/office/officeart/2005/8/layout/process3"/>
    <dgm:cxn modelId="{233E6E80-F894-4E86-A94D-7E960F5C0C12}" type="presOf" srcId="{9B07F093-31C9-4D46-9940-26DE5EB98CD2}" destId="{F2C26AF4-2C81-474E-B21A-C38D51FDFB12}" srcOrd="1" destOrd="0" presId="urn:microsoft.com/office/officeart/2005/8/layout/process3"/>
    <dgm:cxn modelId="{044F2681-C146-46E8-89C0-EF9338B003AD}" type="presOf" srcId="{5C2CAB43-D885-4545-A1B5-88273D6A2090}" destId="{E55327C6-F631-4584-8249-73C213519779}" srcOrd="0" destOrd="0" presId="urn:microsoft.com/office/officeart/2005/8/layout/process3"/>
    <dgm:cxn modelId="{5302E981-36AB-4607-98AC-A2B7CD15CA09}" type="presOf" srcId="{B88B9E46-3167-48F1-B9F0-92C04F1EDDCD}" destId="{2F80302F-3AAD-49DB-A00D-47FCF280D7B8}" srcOrd="1" destOrd="0" presId="urn:microsoft.com/office/officeart/2005/8/layout/process3"/>
    <dgm:cxn modelId="{135A1D8B-4364-4EF1-A36A-081978413F63}" type="presOf" srcId="{73DD6E8E-09EA-4C4E-B45B-0825CB59D318}" destId="{2729B21F-E991-4204-A16E-9EE6CDBD8032}" srcOrd="1" destOrd="0" presId="urn:microsoft.com/office/officeart/2005/8/layout/process3"/>
    <dgm:cxn modelId="{1F6C148E-379E-4D8C-B449-AE17F7AEB2E2}" srcId="{3CE5ED3D-40B4-49B2-A0E6-D2077B9B2DB0}" destId="{2127D867-BE31-449A-9699-23698FF7553E}" srcOrd="1" destOrd="0" parTransId="{CD6B118D-2BDB-4D74-8E37-C590545B4B99}" sibTransId="{02F86CCB-1E08-4CCD-8B49-52E04407FD3A}"/>
    <dgm:cxn modelId="{3CD9FF93-4AF2-4A86-BCD2-7BEA9FF13D5E}" type="presOf" srcId="{2127D867-BE31-449A-9699-23698FF7553E}" destId="{5EFFD257-411D-4BE6-82C5-4C0638F8F4D2}" srcOrd="0" destOrd="0" presId="urn:microsoft.com/office/officeart/2005/8/layout/process3"/>
    <dgm:cxn modelId="{57CA0A95-6C9B-461D-A9FF-D0FC523EC955}" type="presOf" srcId="{BE022753-7F43-427D-9CEC-88C137275989}" destId="{67FB3BBE-E202-487D-BD76-DD3F6D3F5F8C}" srcOrd="0" destOrd="0" presId="urn:microsoft.com/office/officeart/2005/8/layout/process3"/>
    <dgm:cxn modelId="{FA4214A4-BECD-45E8-B598-F41755B9654E}" srcId="{73DD6E8E-09EA-4C4E-B45B-0825CB59D318}" destId="{50449392-9428-4A8F-83DF-BC6788B04E21}" srcOrd="1" destOrd="0" parTransId="{BA039285-FFB8-4D76-BD2B-AE8E09DA2F7C}" sibTransId="{C76CB2D7-78FE-4D89-BB9E-7CDA52A1E0F5}"/>
    <dgm:cxn modelId="{78185BAD-95A5-4C7C-8FEF-09CA0285067E}" type="presOf" srcId="{D8C7401B-1107-458B-837E-69444C463191}" destId="{E0039197-DEE4-43BA-81C2-4E5769050D16}" srcOrd="1" destOrd="0" presId="urn:microsoft.com/office/officeart/2005/8/layout/process3"/>
    <dgm:cxn modelId="{E6B47DAD-F255-4E14-B451-D9AE2604B2E0}" type="presOf" srcId="{2127D867-BE31-449A-9699-23698FF7553E}" destId="{94A58DC2-9600-47BD-9349-9FA33A1B8074}" srcOrd="1" destOrd="0" presId="urn:microsoft.com/office/officeart/2005/8/layout/process3"/>
    <dgm:cxn modelId="{2CBD6FB4-B28D-4FC3-A0D9-072850BE90B8}" srcId="{3CE5ED3D-40B4-49B2-A0E6-D2077B9B2DB0}" destId="{73DD6E8E-09EA-4C4E-B45B-0825CB59D318}" srcOrd="5" destOrd="0" parTransId="{42002367-AB8A-4A4B-A096-121D25DDDCA0}" sibTransId="{5F149FFC-70E9-4922-9CCB-E91693580FF9}"/>
    <dgm:cxn modelId="{134B65B5-7E51-40AF-8BE7-922CE6AE9FFD}" srcId="{D8C7401B-1107-458B-837E-69444C463191}" destId="{A4CBA8E0-4282-4DEC-8874-8DCFB690ECFB}" srcOrd="1" destOrd="0" parTransId="{6BF2CFEA-4E50-4144-91C7-A6B76BB26CCB}" sibTransId="{51B06AF9-E22C-47A6-AC7F-F7F23E573866}"/>
    <dgm:cxn modelId="{32AFCCB5-BE53-42E3-A832-26B46C742451}" type="presOf" srcId="{3CE5ED3D-40B4-49B2-A0E6-D2077B9B2DB0}" destId="{6EBCA79A-0A03-4949-BEEF-5BE21A96FA72}" srcOrd="0" destOrd="0" presId="urn:microsoft.com/office/officeart/2005/8/layout/process3"/>
    <dgm:cxn modelId="{638A7BBA-93FD-4BF8-B3A2-A06C7CB29565}" srcId="{3CE5ED3D-40B4-49B2-A0E6-D2077B9B2DB0}" destId="{E9D9AF0A-03A2-400C-8D62-7FD014A580E3}" srcOrd="2" destOrd="0" parTransId="{EDBF4B07-B7F4-4619-8F40-12F361B5EF2B}" sibTransId="{B88B9E46-3167-48F1-B9F0-92C04F1EDDCD}"/>
    <dgm:cxn modelId="{A20D71BC-1573-480D-A26E-53C8EDCF87C2}" srcId="{73DD6E8E-09EA-4C4E-B45B-0825CB59D318}" destId="{5C2CAB43-D885-4545-A1B5-88273D6A2090}" srcOrd="0" destOrd="0" parTransId="{2E150D84-7885-4076-A416-383033F08E0F}" sibTransId="{31A6DFBA-0985-499E-93E1-C013E0A2CFC7}"/>
    <dgm:cxn modelId="{83AB3EC0-EBBB-4D97-BF6F-0C6EB5DA7DAE}" type="presOf" srcId="{F2BD3B72-FA65-4AB0-9267-9A72585622BB}" destId="{878EF815-8F21-406C-AF87-5C782900E1A7}" srcOrd="0" destOrd="0" presId="urn:microsoft.com/office/officeart/2005/8/layout/process3"/>
    <dgm:cxn modelId="{260534C2-6021-45A6-8D02-98277D677292}" srcId="{36A9DD92-2B19-4C29-A362-F7FB32BFC37A}" destId="{DBB453F0-5AE5-432A-BCEA-CBF2DA3855D6}" srcOrd="0" destOrd="0" parTransId="{C19C413F-1468-421C-83F5-854A91667A34}" sibTransId="{5ED8C9A1-53C4-43BF-9E2E-73EFA1DA48E4}"/>
    <dgm:cxn modelId="{3998F8CA-8A53-4E61-9D1A-D4DDF77CA5D5}" srcId="{7C11516A-9937-4819-9A8A-258A6430816D}" destId="{9F5B7A23-1E1F-4318-B7B2-3031B0A34FE4}" srcOrd="2" destOrd="0" parTransId="{40DEAB66-3900-4D2D-AE37-FCC64F0C6898}" sibTransId="{CD5C6DD2-2C78-46C6-9FCA-FEE9C24AE98F}"/>
    <dgm:cxn modelId="{E2309ECB-F1E1-4771-B7C5-DA279EA62324}" type="presOf" srcId="{D8C7401B-1107-458B-837E-69444C463191}" destId="{E6C88B7A-86FF-4A58-B876-5F677F8FEAC4}" srcOrd="0" destOrd="0" presId="urn:microsoft.com/office/officeart/2005/8/layout/process3"/>
    <dgm:cxn modelId="{82F886CD-BD50-4CBD-8BAB-446B0973972C}" srcId="{7C11516A-9937-4819-9A8A-258A6430816D}" destId="{BE022753-7F43-427D-9CEC-88C137275989}" srcOrd="0" destOrd="0" parTransId="{DD4284D6-8C88-41EB-BEBF-4BFA79C88F88}" sibTransId="{3D67C510-B163-46DB-9E24-DA7395D8DDDA}"/>
    <dgm:cxn modelId="{EBD337D1-8455-4F43-B867-EC6AB4D1AA78}" type="presOf" srcId="{7C11516A-9937-4819-9A8A-258A6430816D}" destId="{0564B863-7244-41E1-B9A7-A08E1ACFBDD7}" srcOrd="1" destOrd="0" presId="urn:microsoft.com/office/officeart/2005/8/layout/process3"/>
    <dgm:cxn modelId="{D115A7D5-8DF4-4186-9015-F51886D95A87}" srcId="{3CE5ED3D-40B4-49B2-A0E6-D2077B9B2DB0}" destId="{36A9DD92-2B19-4C29-A362-F7FB32BFC37A}" srcOrd="3" destOrd="0" parTransId="{9331B1F7-7500-415A-A16D-22BE50E29ABC}" sibTransId="{44A42C48-D525-486F-87EF-1B9B1D3D7C1D}"/>
    <dgm:cxn modelId="{2F7BA8E4-32F1-4DDB-BAFF-FF40B446AF3F}" srcId="{2127D867-BE31-449A-9699-23698FF7553E}" destId="{F2BD3B72-FA65-4AB0-9267-9A72585622BB}" srcOrd="0" destOrd="0" parTransId="{AB728CEF-A18F-4393-9740-58DD1FB12AAB}" sibTransId="{8CB4282C-044B-463A-A988-86D872020D5F}"/>
    <dgm:cxn modelId="{222E8EE5-228F-424F-A738-BE9C20077763}" srcId="{3CE5ED3D-40B4-49B2-A0E6-D2077B9B2DB0}" destId="{D8C7401B-1107-458B-837E-69444C463191}" srcOrd="0" destOrd="0" parTransId="{FE149304-4598-4502-AA9E-F3F176A086CD}" sibTransId="{9B07F093-31C9-4D46-9940-26DE5EB98CD2}"/>
    <dgm:cxn modelId="{12ACAFE6-8FC1-48D6-9856-1C480D350D09}" srcId="{3CE5ED3D-40B4-49B2-A0E6-D2077B9B2DB0}" destId="{7C11516A-9937-4819-9A8A-258A6430816D}" srcOrd="4" destOrd="0" parTransId="{E2CBBCD6-642F-44E9-A66C-719492FEF561}" sibTransId="{D4915C26-F969-49EF-BF90-241F890B8840}"/>
    <dgm:cxn modelId="{EF3A7CE8-667B-42C6-B0C7-3519725075ED}" type="presOf" srcId="{B88B9E46-3167-48F1-B9F0-92C04F1EDDCD}" destId="{BCC1DD08-4121-4F73-BE97-B9784C8D42EB}" srcOrd="0" destOrd="0" presId="urn:microsoft.com/office/officeart/2005/8/layout/process3"/>
    <dgm:cxn modelId="{722DBAF4-EFF9-46A2-AF5D-4A091B6C274F}" type="presOf" srcId="{36A9DD92-2B19-4C29-A362-F7FB32BFC37A}" destId="{780F0F3F-1679-421B-ABEE-D63A4DD90BA2}" srcOrd="0" destOrd="0" presId="urn:microsoft.com/office/officeart/2005/8/layout/process3"/>
    <dgm:cxn modelId="{B060D3F6-76D0-47B5-8EAA-57F8F841D1E9}" type="presOf" srcId="{36A9DD92-2B19-4C29-A362-F7FB32BFC37A}" destId="{D1FD7671-6BD7-457D-8706-56B772369DE8}" srcOrd="1" destOrd="0" presId="urn:microsoft.com/office/officeart/2005/8/layout/process3"/>
    <dgm:cxn modelId="{4BB56550-55F8-4D1B-A090-9C1EE6B4C8B5}" type="presParOf" srcId="{6EBCA79A-0A03-4949-BEEF-5BE21A96FA72}" destId="{7AB1092E-86A7-4042-BDAD-9E5C3F67E6B4}" srcOrd="0" destOrd="0" presId="urn:microsoft.com/office/officeart/2005/8/layout/process3"/>
    <dgm:cxn modelId="{4F622FB4-8586-4100-BF84-9ADC55541B39}" type="presParOf" srcId="{7AB1092E-86A7-4042-BDAD-9E5C3F67E6B4}" destId="{E6C88B7A-86FF-4A58-B876-5F677F8FEAC4}" srcOrd="0" destOrd="0" presId="urn:microsoft.com/office/officeart/2005/8/layout/process3"/>
    <dgm:cxn modelId="{C822A731-FC03-4DF1-9B2F-FE797DA9A0C6}" type="presParOf" srcId="{7AB1092E-86A7-4042-BDAD-9E5C3F67E6B4}" destId="{E0039197-DEE4-43BA-81C2-4E5769050D16}" srcOrd="1" destOrd="0" presId="urn:microsoft.com/office/officeart/2005/8/layout/process3"/>
    <dgm:cxn modelId="{CA56D2AE-AECC-4C8A-93B0-64C168776050}" type="presParOf" srcId="{7AB1092E-86A7-4042-BDAD-9E5C3F67E6B4}" destId="{C8FA46CC-7D20-4A2E-91E4-4EBE856496D7}" srcOrd="2" destOrd="0" presId="urn:microsoft.com/office/officeart/2005/8/layout/process3"/>
    <dgm:cxn modelId="{131994EF-CE30-43CB-967B-4DCDAB719F4C}" type="presParOf" srcId="{6EBCA79A-0A03-4949-BEEF-5BE21A96FA72}" destId="{4F059184-ADAD-41E7-9F75-1CAB483F23B6}" srcOrd="1" destOrd="0" presId="urn:microsoft.com/office/officeart/2005/8/layout/process3"/>
    <dgm:cxn modelId="{DC8D8DC1-A095-4679-B643-185361D78AAF}" type="presParOf" srcId="{4F059184-ADAD-41E7-9F75-1CAB483F23B6}" destId="{F2C26AF4-2C81-474E-B21A-C38D51FDFB12}" srcOrd="0" destOrd="0" presId="urn:microsoft.com/office/officeart/2005/8/layout/process3"/>
    <dgm:cxn modelId="{02A9DD96-9AF1-4EF8-98CB-2D3072083518}" type="presParOf" srcId="{6EBCA79A-0A03-4949-BEEF-5BE21A96FA72}" destId="{53E63C9E-95D4-400D-8266-91080A258990}" srcOrd="2" destOrd="0" presId="urn:microsoft.com/office/officeart/2005/8/layout/process3"/>
    <dgm:cxn modelId="{436A0589-4CE5-4FD7-8229-46122CDFACA7}" type="presParOf" srcId="{53E63C9E-95D4-400D-8266-91080A258990}" destId="{5EFFD257-411D-4BE6-82C5-4C0638F8F4D2}" srcOrd="0" destOrd="0" presId="urn:microsoft.com/office/officeart/2005/8/layout/process3"/>
    <dgm:cxn modelId="{9F487752-1A62-4B65-9089-F8DC070C5589}" type="presParOf" srcId="{53E63C9E-95D4-400D-8266-91080A258990}" destId="{94A58DC2-9600-47BD-9349-9FA33A1B8074}" srcOrd="1" destOrd="0" presId="urn:microsoft.com/office/officeart/2005/8/layout/process3"/>
    <dgm:cxn modelId="{059F53A1-06B8-46DF-9787-DFE17BD10F97}" type="presParOf" srcId="{53E63C9E-95D4-400D-8266-91080A258990}" destId="{878EF815-8F21-406C-AF87-5C782900E1A7}" srcOrd="2" destOrd="0" presId="urn:microsoft.com/office/officeart/2005/8/layout/process3"/>
    <dgm:cxn modelId="{B1963569-57B7-40AB-9C89-C3167E9E8BAE}" type="presParOf" srcId="{6EBCA79A-0A03-4949-BEEF-5BE21A96FA72}" destId="{84042F93-5D45-4AEB-987D-67D85B212F03}" srcOrd="3" destOrd="0" presId="urn:microsoft.com/office/officeart/2005/8/layout/process3"/>
    <dgm:cxn modelId="{540253A7-4D9F-4B79-A83C-27214FCDC533}" type="presParOf" srcId="{84042F93-5D45-4AEB-987D-67D85B212F03}" destId="{E6CDBDE5-5A06-45E9-BD89-772CB61F4102}" srcOrd="0" destOrd="0" presId="urn:microsoft.com/office/officeart/2005/8/layout/process3"/>
    <dgm:cxn modelId="{B512DCE7-C166-4AAF-AC32-361008798674}" type="presParOf" srcId="{6EBCA79A-0A03-4949-BEEF-5BE21A96FA72}" destId="{FD28CEB2-A95F-4922-96AE-D89E96C7A028}" srcOrd="4" destOrd="0" presId="urn:microsoft.com/office/officeart/2005/8/layout/process3"/>
    <dgm:cxn modelId="{5E84B6CE-5865-478A-A0A0-97AC37339F44}" type="presParOf" srcId="{FD28CEB2-A95F-4922-96AE-D89E96C7A028}" destId="{194D9B8A-1D16-4F2A-8DA3-965898AC0CB7}" srcOrd="0" destOrd="0" presId="urn:microsoft.com/office/officeart/2005/8/layout/process3"/>
    <dgm:cxn modelId="{9E7064A6-3027-4987-8300-B41E7E402336}" type="presParOf" srcId="{FD28CEB2-A95F-4922-96AE-D89E96C7A028}" destId="{2C12FE64-C148-46CF-901F-081CBA511F68}" srcOrd="1" destOrd="0" presId="urn:microsoft.com/office/officeart/2005/8/layout/process3"/>
    <dgm:cxn modelId="{4CDD95EE-974D-4BA2-904E-44298AE47149}" type="presParOf" srcId="{FD28CEB2-A95F-4922-96AE-D89E96C7A028}" destId="{CFAFC0F1-4F74-44E0-B935-67FEDB0B9936}" srcOrd="2" destOrd="0" presId="urn:microsoft.com/office/officeart/2005/8/layout/process3"/>
    <dgm:cxn modelId="{55A411B8-C569-4489-A49F-442313D92E43}" type="presParOf" srcId="{6EBCA79A-0A03-4949-BEEF-5BE21A96FA72}" destId="{BCC1DD08-4121-4F73-BE97-B9784C8D42EB}" srcOrd="5" destOrd="0" presId="urn:microsoft.com/office/officeart/2005/8/layout/process3"/>
    <dgm:cxn modelId="{51AE3131-F2DC-4C82-92F8-8F3318D75406}" type="presParOf" srcId="{BCC1DD08-4121-4F73-BE97-B9784C8D42EB}" destId="{2F80302F-3AAD-49DB-A00D-47FCF280D7B8}" srcOrd="0" destOrd="0" presId="urn:microsoft.com/office/officeart/2005/8/layout/process3"/>
    <dgm:cxn modelId="{5A750B54-1292-4D71-B52F-F53A1427BE22}" type="presParOf" srcId="{6EBCA79A-0A03-4949-BEEF-5BE21A96FA72}" destId="{F64743F5-1714-4D07-8A7E-6427D203C51D}" srcOrd="6" destOrd="0" presId="urn:microsoft.com/office/officeart/2005/8/layout/process3"/>
    <dgm:cxn modelId="{ACAC0391-85EE-4F1D-A0FE-220436ED067E}" type="presParOf" srcId="{F64743F5-1714-4D07-8A7E-6427D203C51D}" destId="{780F0F3F-1679-421B-ABEE-D63A4DD90BA2}" srcOrd="0" destOrd="0" presId="urn:microsoft.com/office/officeart/2005/8/layout/process3"/>
    <dgm:cxn modelId="{47797190-84B3-404E-AD41-88A34E6CACE3}" type="presParOf" srcId="{F64743F5-1714-4D07-8A7E-6427D203C51D}" destId="{D1FD7671-6BD7-457D-8706-56B772369DE8}" srcOrd="1" destOrd="0" presId="urn:microsoft.com/office/officeart/2005/8/layout/process3"/>
    <dgm:cxn modelId="{51DFB38D-9FAD-40B9-B858-5260087FE1B7}" type="presParOf" srcId="{F64743F5-1714-4D07-8A7E-6427D203C51D}" destId="{A62FCB19-79B9-49C4-AD4A-543B1615C777}" srcOrd="2" destOrd="0" presId="urn:microsoft.com/office/officeart/2005/8/layout/process3"/>
    <dgm:cxn modelId="{2101282E-B3C2-4799-9C4D-DAE3C831AF07}" type="presParOf" srcId="{6EBCA79A-0A03-4949-BEEF-5BE21A96FA72}" destId="{A417F040-CD5A-41F4-909C-0CAD62E48C7E}" srcOrd="7" destOrd="0" presId="urn:microsoft.com/office/officeart/2005/8/layout/process3"/>
    <dgm:cxn modelId="{CA5B02FB-FB9A-4A1B-B69A-E6A051C70703}" type="presParOf" srcId="{A417F040-CD5A-41F4-909C-0CAD62E48C7E}" destId="{6961A7B6-CFE9-4039-9329-FD13DA35B8CE}" srcOrd="0" destOrd="0" presId="urn:microsoft.com/office/officeart/2005/8/layout/process3"/>
    <dgm:cxn modelId="{FECC5A95-D6D8-4C76-8521-4B72F3EE19B6}" type="presParOf" srcId="{6EBCA79A-0A03-4949-BEEF-5BE21A96FA72}" destId="{83EB9BBE-5DF4-4EF0-B3BE-22D410E9CA7C}" srcOrd="8" destOrd="0" presId="urn:microsoft.com/office/officeart/2005/8/layout/process3"/>
    <dgm:cxn modelId="{7036906D-867E-4E23-B350-EF2231F0E760}" type="presParOf" srcId="{83EB9BBE-5DF4-4EF0-B3BE-22D410E9CA7C}" destId="{EF1B4B1B-EE72-4B88-9082-F82B5F1A5868}" srcOrd="0" destOrd="0" presId="urn:microsoft.com/office/officeart/2005/8/layout/process3"/>
    <dgm:cxn modelId="{607DC456-36DD-4CAF-BB2F-271A03D43117}" type="presParOf" srcId="{83EB9BBE-5DF4-4EF0-B3BE-22D410E9CA7C}" destId="{0564B863-7244-41E1-B9A7-A08E1ACFBDD7}" srcOrd="1" destOrd="0" presId="urn:microsoft.com/office/officeart/2005/8/layout/process3"/>
    <dgm:cxn modelId="{78348C39-2F4F-4870-A4D9-B3FB6D60C0DC}" type="presParOf" srcId="{83EB9BBE-5DF4-4EF0-B3BE-22D410E9CA7C}" destId="{67FB3BBE-E202-487D-BD76-DD3F6D3F5F8C}" srcOrd="2" destOrd="0" presId="urn:microsoft.com/office/officeart/2005/8/layout/process3"/>
    <dgm:cxn modelId="{58A0A0C6-9976-4553-BD92-7EA938C0BDC2}" type="presParOf" srcId="{6EBCA79A-0A03-4949-BEEF-5BE21A96FA72}" destId="{C44A358E-C949-4500-9987-710790D9A669}" srcOrd="9" destOrd="0" presId="urn:microsoft.com/office/officeart/2005/8/layout/process3"/>
    <dgm:cxn modelId="{B0D066C2-43C9-4FF9-AE21-CF39571A7BF2}" type="presParOf" srcId="{C44A358E-C949-4500-9987-710790D9A669}" destId="{09CDEA0B-6279-44A5-99AA-5B0BDEE4E3A0}" srcOrd="0" destOrd="0" presId="urn:microsoft.com/office/officeart/2005/8/layout/process3"/>
    <dgm:cxn modelId="{C87DD4D9-468E-49CE-8400-78C6304197D8}" type="presParOf" srcId="{6EBCA79A-0A03-4949-BEEF-5BE21A96FA72}" destId="{F0D9F90E-5D91-4580-9711-609AF1051313}" srcOrd="10" destOrd="0" presId="urn:microsoft.com/office/officeart/2005/8/layout/process3"/>
    <dgm:cxn modelId="{4A80E0AB-5152-45FB-95F3-AC95657EEA2B}" type="presParOf" srcId="{F0D9F90E-5D91-4580-9711-609AF1051313}" destId="{0E1BFBE7-33EA-4AAA-81BE-3C981B97A11C}" srcOrd="0" destOrd="0" presId="urn:microsoft.com/office/officeart/2005/8/layout/process3"/>
    <dgm:cxn modelId="{D1DDEFB1-8166-4498-9611-E770F68ED858}" type="presParOf" srcId="{F0D9F90E-5D91-4580-9711-609AF1051313}" destId="{2729B21F-E991-4204-A16E-9EE6CDBD8032}" srcOrd="1" destOrd="0" presId="urn:microsoft.com/office/officeart/2005/8/layout/process3"/>
    <dgm:cxn modelId="{68E9FF8A-2491-4592-B158-7CBB43AEB8EC}" type="presParOf" srcId="{F0D9F90E-5D91-4580-9711-609AF1051313}" destId="{E55327C6-F631-4584-8249-73C213519779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039197-DEE4-43BA-81C2-4E5769050D16}">
      <dsp:nvSpPr>
        <dsp:cNvPr id="0" name=""/>
        <dsp:cNvSpPr/>
      </dsp:nvSpPr>
      <dsp:spPr>
        <a:xfrm>
          <a:off x="21930" y="1835208"/>
          <a:ext cx="1543118" cy="5616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Dataset</a:t>
          </a:r>
          <a:r>
            <a:rPr lang="fr-FR" sz="1400" kern="1200" dirty="0"/>
            <a:t> </a:t>
          </a:r>
          <a:r>
            <a:rPr lang="fr-FR" sz="1400" kern="1200" dirty="0" err="1"/>
            <a:t>Pytorch</a:t>
          </a:r>
          <a:endParaRPr lang="en-US" sz="1400" kern="1200" dirty="0"/>
        </a:p>
      </dsp:txBody>
      <dsp:txXfrm>
        <a:off x="21930" y="1835208"/>
        <a:ext cx="1543118" cy="374400"/>
      </dsp:txXfrm>
    </dsp:sp>
    <dsp:sp modelId="{C8FA46CC-7D20-4A2E-91E4-4EBE856496D7}">
      <dsp:nvSpPr>
        <dsp:cNvPr id="0" name=""/>
        <dsp:cNvSpPr/>
      </dsp:nvSpPr>
      <dsp:spPr>
        <a:xfrm>
          <a:off x="322899" y="2209608"/>
          <a:ext cx="1543118" cy="12182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 err="1"/>
            <a:t>Resize</a:t>
          </a:r>
          <a:r>
            <a:rPr lang="fr-FR" sz="1300" kern="1200" dirty="0"/>
            <a:t> 224x224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/>
            <a:t>Normalisation </a:t>
          </a:r>
          <a:r>
            <a:rPr lang="fr-FR" sz="1300" kern="1200" dirty="0" err="1"/>
            <a:t>Imagenet</a:t>
          </a:r>
          <a:r>
            <a:rPr lang="fr-FR" sz="1300" kern="1200" dirty="0"/>
            <a:t> </a:t>
          </a:r>
          <a:endParaRPr lang="en-US" sz="1300" kern="1200" dirty="0"/>
        </a:p>
      </dsp:txBody>
      <dsp:txXfrm>
        <a:off x="358581" y="2245290"/>
        <a:ext cx="1471754" cy="1146898"/>
      </dsp:txXfrm>
    </dsp:sp>
    <dsp:sp modelId="{4F059184-ADAD-41E7-9F75-1CAB483F23B6}">
      <dsp:nvSpPr>
        <dsp:cNvPr id="0" name=""/>
        <dsp:cNvSpPr/>
      </dsp:nvSpPr>
      <dsp:spPr>
        <a:xfrm>
          <a:off x="1798980" y="1830312"/>
          <a:ext cx="495934" cy="38419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798980" y="1907150"/>
        <a:ext cx="380677" cy="230515"/>
      </dsp:txXfrm>
    </dsp:sp>
    <dsp:sp modelId="{94A58DC2-9600-47BD-9349-9FA33A1B8074}">
      <dsp:nvSpPr>
        <dsp:cNvPr id="0" name=""/>
        <dsp:cNvSpPr/>
      </dsp:nvSpPr>
      <dsp:spPr>
        <a:xfrm>
          <a:off x="2500773" y="1835208"/>
          <a:ext cx="1543118" cy="5616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Embedding</a:t>
          </a:r>
          <a:endParaRPr lang="en-US" sz="1400" kern="1200" dirty="0"/>
        </a:p>
      </dsp:txBody>
      <dsp:txXfrm>
        <a:off x="2500773" y="1835208"/>
        <a:ext cx="1543118" cy="374400"/>
      </dsp:txXfrm>
    </dsp:sp>
    <dsp:sp modelId="{878EF815-8F21-406C-AF87-5C782900E1A7}">
      <dsp:nvSpPr>
        <dsp:cNvPr id="0" name=""/>
        <dsp:cNvSpPr/>
      </dsp:nvSpPr>
      <dsp:spPr>
        <a:xfrm>
          <a:off x="2801742" y="2209608"/>
          <a:ext cx="1543118" cy="12182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 err="1"/>
            <a:t>ResNet</a:t>
          </a:r>
          <a:r>
            <a:rPr lang="fr-FR" sz="1300" kern="1200" dirty="0"/>
            <a:t> 50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 err="1"/>
            <a:t>EfficientNet</a:t>
          </a:r>
          <a:r>
            <a:rPr lang="fr-FR" sz="1300" kern="1200" dirty="0"/>
            <a:t> b4</a:t>
          </a:r>
          <a:endParaRPr lang="en-US" sz="1300" kern="1200" dirty="0"/>
        </a:p>
      </dsp:txBody>
      <dsp:txXfrm>
        <a:off x="2837424" y="2245290"/>
        <a:ext cx="1471754" cy="1146898"/>
      </dsp:txXfrm>
    </dsp:sp>
    <dsp:sp modelId="{84042F93-5D45-4AEB-987D-67D85B212F03}">
      <dsp:nvSpPr>
        <dsp:cNvPr id="0" name=""/>
        <dsp:cNvSpPr/>
      </dsp:nvSpPr>
      <dsp:spPr>
        <a:xfrm>
          <a:off x="4277823" y="1830312"/>
          <a:ext cx="495934" cy="38419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4277823" y="1907150"/>
        <a:ext cx="380677" cy="230515"/>
      </dsp:txXfrm>
    </dsp:sp>
    <dsp:sp modelId="{2C12FE64-C148-46CF-901F-081CBA511F68}">
      <dsp:nvSpPr>
        <dsp:cNvPr id="0" name=""/>
        <dsp:cNvSpPr/>
      </dsp:nvSpPr>
      <dsp:spPr>
        <a:xfrm>
          <a:off x="4979616" y="1835208"/>
          <a:ext cx="1543118" cy="5616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Processing</a:t>
          </a:r>
          <a:endParaRPr lang="en-US" sz="1400" kern="1200" dirty="0"/>
        </a:p>
      </dsp:txBody>
      <dsp:txXfrm>
        <a:off x="4979616" y="1835208"/>
        <a:ext cx="1543118" cy="374400"/>
      </dsp:txXfrm>
    </dsp:sp>
    <dsp:sp modelId="{CFAFC0F1-4F74-44E0-B935-67FEDB0B9936}">
      <dsp:nvSpPr>
        <dsp:cNvPr id="0" name=""/>
        <dsp:cNvSpPr/>
      </dsp:nvSpPr>
      <dsp:spPr>
        <a:xfrm>
          <a:off x="5280585" y="2209608"/>
          <a:ext cx="1543118" cy="12182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 err="1"/>
            <a:t>StandardScaler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/>
            <a:t>PCA</a:t>
          </a:r>
          <a:endParaRPr lang="en-US" sz="1300" kern="1200" dirty="0"/>
        </a:p>
      </dsp:txBody>
      <dsp:txXfrm>
        <a:off x="5316267" y="2245290"/>
        <a:ext cx="1471754" cy="1146898"/>
      </dsp:txXfrm>
    </dsp:sp>
    <dsp:sp modelId="{BCC1DD08-4121-4F73-BE97-B9784C8D42EB}">
      <dsp:nvSpPr>
        <dsp:cNvPr id="0" name=""/>
        <dsp:cNvSpPr/>
      </dsp:nvSpPr>
      <dsp:spPr>
        <a:xfrm>
          <a:off x="6678350" y="1830312"/>
          <a:ext cx="652564" cy="38419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6678350" y="1907150"/>
        <a:ext cx="537307" cy="230515"/>
      </dsp:txXfrm>
    </dsp:sp>
    <dsp:sp modelId="{0564B863-7244-41E1-B9A7-A08E1ACFBDD7}">
      <dsp:nvSpPr>
        <dsp:cNvPr id="0" name=""/>
        <dsp:cNvSpPr/>
      </dsp:nvSpPr>
      <dsp:spPr>
        <a:xfrm>
          <a:off x="7458459" y="1835208"/>
          <a:ext cx="1543118" cy="5616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Clustering</a:t>
          </a:r>
          <a:endParaRPr lang="en-US" sz="1400" kern="1200" dirty="0"/>
        </a:p>
      </dsp:txBody>
      <dsp:txXfrm>
        <a:off x="7458459" y="1835208"/>
        <a:ext cx="1543118" cy="374400"/>
      </dsp:txXfrm>
    </dsp:sp>
    <dsp:sp modelId="{67FB3BBE-E202-487D-BD76-DD3F6D3F5F8C}">
      <dsp:nvSpPr>
        <dsp:cNvPr id="0" name=""/>
        <dsp:cNvSpPr/>
      </dsp:nvSpPr>
      <dsp:spPr>
        <a:xfrm>
          <a:off x="7759428" y="2209608"/>
          <a:ext cx="1543118" cy="12182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 err="1"/>
            <a:t>K_Means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/>
            <a:t>DBSCAN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/>
            <a:t>GMM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/>
            <a:t>Visualisation t-SNE</a:t>
          </a:r>
          <a:endParaRPr lang="en-US" sz="1300" kern="1200" dirty="0"/>
        </a:p>
      </dsp:txBody>
      <dsp:txXfrm>
        <a:off x="7795110" y="2245290"/>
        <a:ext cx="1471754" cy="1146898"/>
      </dsp:txXfrm>
    </dsp:sp>
    <dsp:sp modelId="{C44A358E-C949-4500-9987-710790D9A669}">
      <dsp:nvSpPr>
        <dsp:cNvPr id="0" name=""/>
        <dsp:cNvSpPr/>
      </dsp:nvSpPr>
      <dsp:spPr>
        <a:xfrm>
          <a:off x="9231736" y="1830312"/>
          <a:ext cx="487935" cy="38419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9231736" y="1907150"/>
        <a:ext cx="372678" cy="230515"/>
      </dsp:txXfrm>
    </dsp:sp>
    <dsp:sp modelId="{2729B21F-E991-4204-A16E-9EE6CDBD8032}">
      <dsp:nvSpPr>
        <dsp:cNvPr id="0" name=""/>
        <dsp:cNvSpPr/>
      </dsp:nvSpPr>
      <dsp:spPr>
        <a:xfrm>
          <a:off x="9922211" y="1835208"/>
          <a:ext cx="1543118" cy="5616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CNN</a:t>
          </a:r>
          <a:endParaRPr lang="en-US" sz="1400" kern="1200" dirty="0"/>
        </a:p>
      </dsp:txBody>
      <dsp:txXfrm>
        <a:off x="9922211" y="1835208"/>
        <a:ext cx="1543118" cy="374400"/>
      </dsp:txXfrm>
    </dsp:sp>
    <dsp:sp modelId="{E55327C6-F631-4584-8249-73C213519779}">
      <dsp:nvSpPr>
        <dsp:cNvPr id="0" name=""/>
        <dsp:cNvSpPr/>
      </dsp:nvSpPr>
      <dsp:spPr>
        <a:xfrm>
          <a:off x="10238271" y="2209608"/>
          <a:ext cx="1543118" cy="12182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/>
            <a:t>Sur labels faibles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/>
            <a:t>Avec </a:t>
          </a:r>
          <a:r>
            <a:rPr lang="fr-FR" sz="1300" kern="1200" dirty="0" err="1"/>
            <a:t>Finetuning</a:t>
          </a:r>
          <a:endParaRPr lang="en-US" sz="1300" kern="1200" dirty="0"/>
        </a:p>
      </dsp:txBody>
      <dsp:txXfrm>
        <a:off x="10273953" y="2245290"/>
        <a:ext cx="1471754" cy="11468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29B21F-E991-4204-A16E-9EE6CDBD8032}">
      <dsp:nvSpPr>
        <dsp:cNvPr id="0" name=""/>
        <dsp:cNvSpPr/>
      </dsp:nvSpPr>
      <dsp:spPr>
        <a:xfrm>
          <a:off x="0" y="19714"/>
          <a:ext cx="1299668" cy="5616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CNN</a:t>
          </a:r>
          <a:endParaRPr lang="en-US" sz="1400" kern="1200" dirty="0"/>
        </a:p>
      </dsp:txBody>
      <dsp:txXfrm>
        <a:off x="0" y="19714"/>
        <a:ext cx="1299668" cy="374400"/>
      </dsp:txXfrm>
    </dsp:sp>
    <dsp:sp modelId="{E55327C6-F631-4584-8249-73C213519779}">
      <dsp:nvSpPr>
        <dsp:cNvPr id="0" name=""/>
        <dsp:cNvSpPr/>
      </dsp:nvSpPr>
      <dsp:spPr>
        <a:xfrm>
          <a:off x="266197" y="394115"/>
          <a:ext cx="1299668" cy="748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/>
            <a:t>Sur labels forts</a:t>
          </a:r>
          <a:endParaRPr lang="en-US" sz="1300" kern="1200" dirty="0"/>
        </a:p>
      </dsp:txBody>
      <dsp:txXfrm>
        <a:off x="288129" y="416047"/>
        <a:ext cx="1255804" cy="7049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29B21F-E991-4204-A16E-9EE6CDBD8032}">
      <dsp:nvSpPr>
        <dsp:cNvPr id="0" name=""/>
        <dsp:cNvSpPr/>
      </dsp:nvSpPr>
      <dsp:spPr>
        <a:xfrm>
          <a:off x="0" y="19714"/>
          <a:ext cx="1299668" cy="5616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CNN</a:t>
          </a:r>
          <a:endParaRPr lang="en-US" sz="1200" kern="1200" dirty="0"/>
        </a:p>
      </dsp:txBody>
      <dsp:txXfrm>
        <a:off x="0" y="19714"/>
        <a:ext cx="1299668" cy="374400"/>
      </dsp:txXfrm>
    </dsp:sp>
    <dsp:sp modelId="{E55327C6-F631-4584-8249-73C213519779}">
      <dsp:nvSpPr>
        <dsp:cNvPr id="0" name=""/>
        <dsp:cNvSpPr/>
      </dsp:nvSpPr>
      <dsp:spPr>
        <a:xfrm>
          <a:off x="266197" y="394115"/>
          <a:ext cx="1299668" cy="748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dirty="0"/>
            <a:t>Sur labels forts</a:t>
          </a:r>
          <a:endParaRPr lang="en-US" sz="1100" kern="1200" dirty="0"/>
        </a:p>
      </dsp:txBody>
      <dsp:txXfrm>
        <a:off x="288129" y="416047"/>
        <a:ext cx="1255804" cy="70493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039197-DEE4-43BA-81C2-4E5769050D16}">
      <dsp:nvSpPr>
        <dsp:cNvPr id="0" name=""/>
        <dsp:cNvSpPr/>
      </dsp:nvSpPr>
      <dsp:spPr>
        <a:xfrm>
          <a:off x="15481" y="1985897"/>
          <a:ext cx="1275580" cy="6746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Dataset</a:t>
          </a:r>
          <a:r>
            <a:rPr lang="fr-FR" sz="1200" kern="1200" dirty="0"/>
            <a:t> </a:t>
          </a:r>
          <a:r>
            <a:rPr lang="fr-FR" sz="1200" kern="1200" dirty="0" err="1"/>
            <a:t>Pytorch</a:t>
          </a:r>
          <a:endParaRPr lang="en-US" sz="1200" kern="1200" dirty="0"/>
        </a:p>
      </dsp:txBody>
      <dsp:txXfrm>
        <a:off x="15481" y="1985897"/>
        <a:ext cx="1275580" cy="449784"/>
      </dsp:txXfrm>
    </dsp:sp>
    <dsp:sp modelId="{C8FA46CC-7D20-4A2E-91E4-4EBE856496D7}">
      <dsp:nvSpPr>
        <dsp:cNvPr id="0" name=""/>
        <dsp:cNvSpPr/>
      </dsp:nvSpPr>
      <dsp:spPr>
        <a:xfrm>
          <a:off x="264269" y="2435681"/>
          <a:ext cx="1275580" cy="841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dirty="0" err="1"/>
            <a:t>Resize</a:t>
          </a:r>
          <a:r>
            <a:rPr lang="fr-FR" sz="1100" kern="1200" dirty="0"/>
            <a:t> 224x224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dirty="0"/>
            <a:t>Normalisation </a:t>
          </a:r>
          <a:r>
            <a:rPr lang="fr-FR" sz="1100" kern="1200" dirty="0" err="1"/>
            <a:t>Imagenet</a:t>
          </a:r>
          <a:r>
            <a:rPr lang="fr-FR" sz="1100" kern="1200" dirty="0"/>
            <a:t> </a:t>
          </a:r>
          <a:endParaRPr lang="en-US" sz="1100" kern="1200" dirty="0"/>
        </a:p>
      </dsp:txBody>
      <dsp:txXfrm>
        <a:off x="288916" y="2460328"/>
        <a:ext cx="1226286" cy="792205"/>
      </dsp:txXfrm>
    </dsp:sp>
    <dsp:sp modelId="{4F059184-ADAD-41E7-9F75-1CAB483F23B6}">
      <dsp:nvSpPr>
        <dsp:cNvPr id="0" name=""/>
        <dsp:cNvSpPr/>
      </dsp:nvSpPr>
      <dsp:spPr>
        <a:xfrm>
          <a:off x="1484435" y="2051998"/>
          <a:ext cx="409951" cy="3175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1484435" y="2115514"/>
        <a:ext cx="314676" cy="190550"/>
      </dsp:txXfrm>
    </dsp:sp>
    <dsp:sp modelId="{94A58DC2-9600-47BD-9349-9FA33A1B8074}">
      <dsp:nvSpPr>
        <dsp:cNvPr id="0" name=""/>
        <dsp:cNvSpPr/>
      </dsp:nvSpPr>
      <dsp:spPr>
        <a:xfrm>
          <a:off x="2064555" y="1985897"/>
          <a:ext cx="1275580" cy="6746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Embedding</a:t>
          </a:r>
          <a:endParaRPr lang="en-US" sz="1200" kern="1200" dirty="0"/>
        </a:p>
      </dsp:txBody>
      <dsp:txXfrm>
        <a:off x="2064555" y="1985897"/>
        <a:ext cx="1275580" cy="449784"/>
      </dsp:txXfrm>
    </dsp:sp>
    <dsp:sp modelId="{878EF815-8F21-406C-AF87-5C782900E1A7}">
      <dsp:nvSpPr>
        <dsp:cNvPr id="0" name=""/>
        <dsp:cNvSpPr/>
      </dsp:nvSpPr>
      <dsp:spPr>
        <a:xfrm>
          <a:off x="2313344" y="2435681"/>
          <a:ext cx="1275580" cy="841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dirty="0" err="1"/>
            <a:t>ResNet</a:t>
          </a:r>
          <a:r>
            <a:rPr lang="fr-FR" sz="1100" kern="1200" dirty="0"/>
            <a:t> 50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dirty="0" err="1"/>
            <a:t>EfficientNet</a:t>
          </a:r>
          <a:r>
            <a:rPr lang="fr-FR" sz="1100" kern="1200" dirty="0"/>
            <a:t> b4</a:t>
          </a:r>
          <a:endParaRPr lang="en-US" sz="1100" kern="1200" dirty="0"/>
        </a:p>
      </dsp:txBody>
      <dsp:txXfrm>
        <a:off x="2337991" y="2460328"/>
        <a:ext cx="1226286" cy="792205"/>
      </dsp:txXfrm>
    </dsp:sp>
    <dsp:sp modelId="{84042F93-5D45-4AEB-987D-67D85B212F03}">
      <dsp:nvSpPr>
        <dsp:cNvPr id="0" name=""/>
        <dsp:cNvSpPr/>
      </dsp:nvSpPr>
      <dsp:spPr>
        <a:xfrm>
          <a:off x="3533509" y="2051998"/>
          <a:ext cx="409951" cy="3175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3533509" y="2115514"/>
        <a:ext cx="314676" cy="190550"/>
      </dsp:txXfrm>
    </dsp:sp>
    <dsp:sp modelId="{2C12FE64-C148-46CF-901F-081CBA511F68}">
      <dsp:nvSpPr>
        <dsp:cNvPr id="0" name=""/>
        <dsp:cNvSpPr/>
      </dsp:nvSpPr>
      <dsp:spPr>
        <a:xfrm>
          <a:off x="4113630" y="1985897"/>
          <a:ext cx="1275580" cy="6746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Standardisation</a:t>
          </a:r>
          <a:endParaRPr lang="en-US" sz="1200" kern="1200" dirty="0"/>
        </a:p>
      </dsp:txBody>
      <dsp:txXfrm>
        <a:off x="4113630" y="1985897"/>
        <a:ext cx="1275580" cy="449784"/>
      </dsp:txXfrm>
    </dsp:sp>
    <dsp:sp modelId="{CFAFC0F1-4F74-44E0-B935-67FEDB0B9936}">
      <dsp:nvSpPr>
        <dsp:cNvPr id="0" name=""/>
        <dsp:cNvSpPr/>
      </dsp:nvSpPr>
      <dsp:spPr>
        <a:xfrm>
          <a:off x="4362418" y="2435681"/>
          <a:ext cx="1275580" cy="841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dirty="0" err="1"/>
            <a:t>StandardScaler</a:t>
          </a:r>
          <a:endParaRPr lang="en-US" sz="1100" kern="1200" dirty="0"/>
        </a:p>
      </dsp:txBody>
      <dsp:txXfrm>
        <a:off x="4387065" y="2460328"/>
        <a:ext cx="1226286" cy="792205"/>
      </dsp:txXfrm>
    </dsp:sp>
    <dsp:sp modelId="{BCC1DD08-4121-4F73-BE97-B9784C8D42EB}">
      <dsp:nvSpPr>
        <dsp:cNvPr id="0" name=""/>
        <dsp:cNvSpPr/>
      </dsp:nvSpPr>
      <dsp:spPr>
        <a:xfrm>
          <a:off x="5582584" y="2051998"/>
          <a:ext cx="409951" cy="3175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5582584" y="2115514"/>
        <a:ext cx="314676" cy="190550"/>
      </dsp:txXfrm>
    </dsp:sp>
    <dsp:sp modelId="{D1FD7671-6BD7-457D-8706-56B772369DE8}">
      <dsp:nvSpPr>
        <dsp:cNvPr id="0" name=""/>
        <dsp:cNvSpPr/>
      </dsp:nvSpPr>
      <dsp:spPr>
        <a:xfrm>
          <a:off x="6162704" y="1985897"/>
          <a:ext cx="1275580" cy="6746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Reduction de dimension</a:t>
          </a:r>
          <a:endParaRPr lang="en-US" sz="1200" kern="1200" dirty="0"/>
        </a:p>
      </dsp:txBody>
      <dsp:txXfrm>
        <a:off x="6162704" y="1985897"/>
        <a:ext cx="1275580" cy="449784"/>
      </dsp:txXfrm>
    </dsp:sp>
    <dsp:sp modelId="{A62FCB19-79B9-49C4-AD4A-543B1615C777}">
      <dsp:nvSpPr>
        <dsp:cNvPr id="0" name=""/>
        <dsp:cNvSpPr/>
      </dsp:nvSpPr>
      <dsp:spPr>
        <a:xfrm>
          <a:off x="6411493" y="2435681"/>
          <a:ext cx="1275580" cy="841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dirty="0"/>
            <a:t>PCA</a:t>
          </a:r>
          <a:endParaRPr lang="en-US" sz="1100" kern="1200" dirty="0"/>
        </a:p>
      </dsp:txBody>
      <dsp:txXfrm>
        <a:off x="6436140" y="2460328"/>
        <a:ext cx="1226286" cy="792205"/>
      </dsp:txXfrm>
    </dsp:sp>
    <dsp:sp modelId="{A417F040-CD5A-41F4-909C-0CAD62E48C7E}">
      <dsp:nvSpPr>
        <dsp:cNvPr id="0" name=""/>
        <dsp:cNvSpPr/>
      </dsp:nvSpPr>
      <dsp:spPr>
        <a:xfrm>
          <a:off x="7631658" y="2051998"/>
          <a:ext cx="409951" cy="3175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7631658" y="2115514"/>
        <a:ext cx="314676" cy="190550"/>
      </dsp:txXfrm>
    </dsp:sp>
    <dsp:sp modelId="{0564B863-7244-41E1-B9A7-A08E1ACFBDD7}">
      <dsp:nvSpPr>
        <dsp:cNvPr id="0" name=""/>
        <dsp:cNvSpPr/>
      </dsp:nvSpPr>
      <dsp:spPr>
        <a:xfrm>
          <a:off x="8211779" y="1985897"/>
          <a:ext cx="1275580" cy="6746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Clustering</a:t>
          </a:r>
          <a:endParaRPr lang="en-US" sz="1200" kern="1200" dirty="0"/>
        </a:p>
      </dsp:txBody>
      <dsp:txXfrm>
        <a:off x="8211779" y="1985897"/>
        <a:ext cx="1275580" cy="449784"/>
      </dsp:txXfrm>
    </dsp:sp>
    <dsp:sp modelId="{67FB3BBE-E202-487D-BD76-DD3F6D3F5F8C}">
      <dsp:nvSpPr>
        <dsp:cNvPr id="0" name=""/>
        <dsp:cNvSpPr/>
      </dsp:nvSpPr>
      <dsp:spPr>
        <a:xfrm>
          <a:off x="8460567" y="2435681"/>
          <a:ext cx="1275580" cy="841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dirty="0" err="1"/>
            <a:t>K_Means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dirty="0"/>
            <a:t>DBSCAN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dirty="0"/>
            <a:t>Visualisation t-SNE</a:t>
          </a:r>
          <a:endParaRPr lang="en-US" sz="1100" kern="1200" dirty="0"/>
        </a:p>
      </dsp:txBody>
      <dsp:txXfrm>
        <a:off x="8485214" y="2460328"/>
        <a:ext cx="1226286" cy="792205"/>
      </dsp:txXfrm>
    </dsp:sp>
    <dsp:sp modelId="{C44A358E-C949-4500-9987-710790D9A669}">
      <dsp:nvSpPr>
        <dsp:cNvPr id="0" name=""/>
        <dsp:cNvSpPr/>
      </dsp:nvSpPr>
      <dsp:spPr>
        <a:xfrm>
          <a:off x="9677614" y="2051998"/>
          <a:ext cx="403339" cy="3175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9677614" y="2115514"/>
        <a:ext cx="308064" cy="190550"/>
      </dsp:txXfrm>
    </dsp:sp>
    <dsp:sp modelId="{2729B21F-E991-4204-A16E-9EE6CDBD8032}">
      <dsp:nvSpPr>
        <dsp:cNvPr id="0" name=""/>
        <dsp:cNvSpPr/>
      </dsp:nvSpPr>
      <dsp:spPr>
        <a:xfrm>
          <a:off x="10248378" y="1985897"/>
          <a:ext cx="1275580" cy="6746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CNN</a:t>
          </a:r>
          <a:endParaRPr lang="en-US" sz="1200" kern="1200" dirty="0"/>
        </a:p>
      </dsp:txBody>
      <dsp:txXfrm>
        <a:off x="10248378" y="1985897"/>
        <a:ext cx="1275580" cy="449784"/>
      </dsp:txXfrm>
    </dsp:sp>
    <dsp:sp modelId="{E55327C6-F631-4584-8249-73C213519779}">
      <dsp:nvSpPr>
        <dsp:cNvPr id="0" name=""/>
        <dsp:cNvSpPr/>
      </dsp:nvSpPr>
      <dsp:spPr>
        <a:xfrm>
          <a:off x="10509642" y="2435681"/>
          <a:ext cx="1275580" cy="841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dirty="0"/>
            <a:t>Sur labels faibles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dirty="0" err="1"/>
            <a:t>Finetuning</a:t>
          </a:r>
          <a:endParaRPr lang="en-US" sz="1100" kern="1200" dirty="0"/>
        </a:p>
      </dsp:txBody>
      <dsp:txXfrm>
        <a:off x="10534289" y="2460328"/>
        <a:ext cx="1226286" cy="79220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29B21F-E991-4204-A16E-9EE6CDBD8032}">
      <dsp:nvSpPr>
        <dsp:cNvPr id="0" name=""/>
        <dsp:cNvSpPr/>
      </dsp:nvSpPr>
      <dsp:spPr>
        <a:xfrm>
          <a:off x="0" y="19714"/>
          <a:ext cx="1299668" cy="5616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CNN</a:t>
          </a:r>
          <a:endParaRPr lang="en-US" sz="1200" kern="1200" dirty="0"/>
        </a:p>
      </dsp:txBody>
      <dsp:txXfrm>
        <a:off x="0" y="19714"/>
        <a:ext cx="1299668" cy="374400"/>
      </dsp:txXfrm>
    </dsp:sp>
    <dsp:sp modelId="{E55327C6-F631-4584-8249-73C213519779}">
      <dsp:nvSpPr>
        <dsp:cNvPr id="0" name=""/>
        <dsp:cNvSpPr/>
      </dsp:nvSpPr>
      <dsp:spPr>
        <a:xfrm>
          <a:off x="266197" y="394115"/>
          <a:ext cx="1299668" cy="748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dirty="0"/>
            <a:t>Sur labels forts</a:t>
          </a:r>
          <a:endParaRPr lang="en-US" sz="1100" kern="1200" dirty="0"/>
        </a:p>
      </dsp:txBody>
      <dsp:txXfrm>
        <a:off x="288129" y="416047"/>
        <a:ext cx="1255804" cy="70493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039197-DEE4-43BA-81C2-4E5769050D16}">
      <dsp:nvSpPr>
        <dsp:cNvPr id="0" name=""/>
        <dsp:cNvSpPr/>
      </dsp:nvSpPr>
      <dsp:spPr>
        <a:xfrm>
          <a:off x="15481" y="1985897"/>
          <a:ext cx="1275580" cy="6746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Dataset</a:t>
          </a:r>
          <a:r>
            <a:rPr lang="fr-FR" sz="1200" kern="1200" dirty="0"/>
            <a:t> </a:t>
          </a:r>
          <a:r>
            <a:rPr lang="fr-FR" sz="1200" kern="1200" dirty="0" err="1"/>
            <a:t>Pytorch</a:t>
          </a:r>
          <a:endParaRPr lang="en-US" sz="1200" kern="1200" dirty="0"/>
        </a:p>
      </dsp:txBody>
      <dsp:txXfrm>
        <a:off x="15481" y="1985897"/>
        <a:ext cx="1275580" cy="449784"/>
      </dsp:txXfrm>
    </dsp:sp>
    <dsp:sp modelId="{C8FA46CC-7D20-4A2E-91E4-4EBE856496D7}">
      <dsp:nvSpPr>
        <dsp:cNvPr id="0" name=""/>
        <dsp:cNvSpPr/>
      </dsp:nvSpPr>
      <dsp:spPr>
        <a:xfrm>
          <a:off x="264269" y="2435681"/>
          <a:ext cx="1275580" cy="841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dirty="0" err="1"/>
            <a:t>Resize</a:t>
          </a:r>
          <a:r>
            <a:rPr lang="fr-FR" sz="1100" kern="1200" dirty="0"/>
            <a:t> 224x224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dirty="0"/>
            <a:t>Normalisation </a:t>
          </a:r>
          <a:r>
            <a:rPr lang="fr-FR" sz="1100" kern="1200" dirty="0" err="1"/>
            <a:t>Imagenet</a:t>
          </a:r>
          <a:r>
            <a:rPr lang="fr-FR" sz="1100" kern="1200" dirty="0"/>
            <a:t> </a:t>
          </a:r>
          <a:endParaRPr lang="en-US" sz="1100" kern="1200" dirty="0"/>
        </a:p>
      </dsp:txBody>
      <dsp:txXfrm>
        <a:off x="288916" y="2460328"/>
        <a:ext cx="1226286" cy="792205"/>
      </dsp:txXfrm>
    </dsp:sp>
    <dsp:sp modelId="{4F059184-ADAD-41E7-9F75-1CAB483F23B6}">
      <dsp:nvSpPr>
        <dsp:cNvPr id="0" name=""/>
        <dsp:cNvSpPr/>
      </dsp:nvSpPr>
      <dsp:spPr>
        <a:xfrm>
          <a:off x="1484435" y="2051998"/>
          <a:ext cx="409951" cy="3175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1484435" y="2115514"/>
        <a:ext cx="314676" cy="190550"/>
      </dsp:txXfrm>
    </dsp:sp>
    <dsp:sp modelId="{94A58DC2-9600-47BD-9349-9FA33A1B8074}">
      <dsp:nvSpPr>
        <dsp:cNvPr id="0" name=""/>
        <dsp:cNvSpPr/>
      </dsp:nvSpPr>
      <dsp:spPr>
        <a:xfrm>
          <a:off x="2064555" y="1985897"/>
          <a:ext cx="1275580" cy="6746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Embedding</a:t>
          </a:r>
          <a:endParaRPr lang="en-US" sz="1200" kern="1200" dirty="0"/>
        </a:p>
      </dsp:txBody>
      <dsp:txXfrm>
        <a:off x="2064555" y="1985897"/>
        <a:ext cx="1275580" cy="449784"/>
      </dsp:txXfrm>
    </dsp:sp>
    <dsp:sp modelId="{878EF815-8F21-406C-AF87-5C782900E1A7}">
      <dsp:nvSpPr>
        <dsp:cNvPr id="0" name=""/>
        <dsp:cNvSpPr/>
      </dsp:nvSpPr>
      <dsp:spPr>
        <a:xfrm>
          <a:off x="2313344" y="2435681"/>
          <a:ext cx="1275580" cy="841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dirty="0" err="1"/>
            <a:t>ResNet</a:t>
          </a:r>
          <a:r>
            <a:rPr lang="fr-FR" sz="1100" kern="1200" dirty="0"/>
            <a:t> 50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dirty="0" err="1"/>
            <a:t>EfficientNet</a:t>
          </a:r>
          <a:r>
            <a:rPr lang="fr-FR" sz="1100" kern="1200" dirty="0"/>
            <a:t> b4</a:t>
          </a:r>
          <a:endParaRPr lang="en-US" sz="1100" kern="1200" dirty="0"/>
        </a:p>
      </dsp:txBody>
      <dsp:txXfrm>
        <a:off x="2337991" y="2460328"/>
        <a:ext cx="1226286" cy="792205"/>
      </dsp:txXfrm>
    </dsp:sp>
    <dsp:sp modelId="{84042F93-5D45-4AEB-987D-67D85B212F03}">
      <dsp:nvSpPr>
        <dsp:cNvPr id="0" name=""/>
        <dsp:cNvSpPr/>
      </dsp:nvSpPr>
      <dsp:spPr>
        <a:xfrm>
          <a:off x="3533509" y="2051998"/>
          <a:ext cx="409951" cy="3175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3533509" y="2115514"/>
        <a:ext cx="314676" cy="190550"/>
      </dsp:txXfrm>
    </dsp:sp>
    <dsp:sp modelId="{2C12FE64-C148-46CF-901F-081CBA511F68}">
      <dsp:nvSpPr>
        <dsp:cNvPr id="0" name=""/>
        <dsp:cNvSpPr/>
      </dsp:nvSpPr>
      <dsp:spPr>
        <a:xfrm>
          <a:off x="4113630" y="1985897"/>
          <a:ext cx="1275580" cy="6746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Standardisation</a:t>
          </a:r>
          <a:endParaRPr lang="en-US" sz="1200" kern="1200" dirty="0"/>
        </a:p>
      </dsp:txBody>
      <dsp:txXfrm>
        <a:off x="4113630" y="1985897"/>
        <a:ext cx="1275580" cy="449784"/>
      </dsp:txXfrm>
    </dsp:sp>
    <dsp:sp modelId="{CFAFC0F1-4F74-44E0-B935-67FEDB0B9936}">
      <dsp:nvSpPr>
        <dsp:cNvPr id="0" name=""/>
        <dsp:cNvSpPr/>
      </dsp:nvSpPr>
      <dsp:spPr>
        <a:xfrm>
          <a:off x="4362418" y="2435681"/>
          <a:ext cx="1275580" cy="841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dirty="0" err="1"/>
            <a:t>StandardScaler</a:t>
          </a:r>
          <a:endParaRPr lang="en-US" sz="1100" kern="1200" dirty="0"/>
        </a:p>
      </dsp:txBody>
      <dsp:txXfrm>
        <a:off x="4387065" y="2460328"/>
        <a:ext cx="1226286" cy="792205"/>
      </dsp:txXfrm>
    </dsp:sp>
    <dsp:sp modelId="{BCC1DD08-4121-4F73-BE97-B9784C8D42EB}">
      <dsp:nvSpPr>
        <dsp:cNvPr id="0" name=""/>
        <dsp:cNvSpPr/>
      </dsp:nvSpPr>
      <dsp:spPr>
        <a:xfrm>
          <a:off x="5582584" y="2051998"/>
          <a:ext cx="409951" cy="3175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5582584" y="2115514"/>
        <a:ext cx="314676" cy="190550"/>
      </dsp:txXfrm>
    </dsp:sp>
    <dsp:sp modelId="{D1FD7671-6BD7-457D-8706-56B772369DE8}">
      <dsp:nvSpPr>
        <dsp:cNvPr id="0" name=""/>
        <dsp:cNvSpPr/>
      </dsp:nvSpPr>
      <dsp:spPr>
        <a:xfrm>
          <a:off x="6162704" y="1985897"/>
          <a:ext cx="1275580" cy="6746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Reduction de dimension</a:t>
          </a:r>
          <a:endParaRPr lang="en-US" sz="1200" kern="1200" dirty="0"/>
        </a:p>
      </dsp:txBody>
      <dsp:txXfrm>
        <a:off x="6162704" y="1985897"/>
        <a:ext cx="1275580" cy="449784"/>
      </dsp:txXfrm>
    </dsp:sp>
    <dsp:sp modelId="{A62FCB19-79B9-49C4-AD4A-543B1615C777}">
      <dsp:nvSpPr>
        <dsp:cNvPr id="0" name=""/>
        <dsp:cNvSpPr/>
      </dsp:nvSpPr>
      <dsp:spPr>
        <a:xfrm>
          <a:off x="6411493" y="2435681"/>
          <a:ext cx="1275580" cy="841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dirty="0"/>
            <a:t>PCA</a:t>
          </a:r>
          <a:endParaRPr lang="en-US" sz="1100" kern="1200" dirty="0"/>
        </a:p>
      </dsp:txBody>
      <dsp:txXfrm>
        <a:off x="6436140" y="2460328"/>
        <a:ext cx="1226286" cy="792205"/>
      </dsp:txXfrm>
    </dsp:sp>
    <dsp:sp modelId="{A417F040-CD5A-41F4-909C-0CAD62E48C7E}">
      <dsp:nvSpPr>
        <dsp:cNvPr id="0" name=""/>
        <dsp:cNvSpPr/>
      </dsp:nvSpPr>
      <dsp:spPr>
        <a:xfrm>
          <a:off x="7631658" y="2051998"/>
          <a:ext cx="409951" cy="3175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7631658" y="2115514"/>
        <a:ext cx="314676" cy="190550"/>
      </dsp:txXfrm>
    </dsp:sp>
    <dsp:sp modelId="{0564B863-7244-41E1-B9A7-A08E1ACFBDD7}">
      <dsp:nvSpPr>
        <dsp:cNvPr id="0" name=""/>
        <dsp:cNvSpPr/>
      </dsp:nvSpPr>
      <dsp:spPr>
        <a:xfrm>
          <a:off x="8211779" y="1985897"/>
          <a:ext cx="1275580" cy="6746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Clustering</a:t>
          </a:r>
          <a:endParaRPr lang="en-US" sz="1200" kern="1200" dirty="0"/>
        </a:p>
      </dsp:txBody>
      <dsp:txXfrm>
        <a:off x="8211779" y="1985897"/>
        <a:ext cx="1275580" cy="449784"/>
      </dsp:txXfrm>
    </dsp:sp>
    <dsp:sp modelId="{67FB3BBE-E202-487D-BD76-DD3F6D3F5F8C}">
      <dsp:nvSpPr>
        <dsp:cNvPr id="0" name=""/>
        <dsp:cNvSpPr/>
      </dsp:nvSpPr>
      <dsp:spPr>
        <a:xfrm>
          <a:off x="8460567" y="2435681"/>
          <a:ext cx="1275580" cy="841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dirty="0" err="1"/>
            <a:t>K_Means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dirty="0"/>
            <a:t>DBSCAN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dirty="0"/>
            <a:t>Visualisation t-SNE</a:t>
          </a:r>
          <a:endParaRPr lang="en-US" sz="1100" kern="1200" dirty="0"/>
        </a:p>
      </dsp:txBody>
      <dsp:txXfrm>
        <a:off x="8485214" y="2460328"/>
        <a:ext cx="1226286" cy="792205"/>
      </dsp:txXfrm>
    </dsp:sp>
    <dsp:sp modelId="{C44A358E-C949-4500-9987-710790D9A669}">
      <dsp:nvSpPr>
        <dsp:cNvPr id="0" name=""/>
        <dsp:cNvSpPr/>
      </dsp:nvSpPr>
      <dsp:spPr>
        <a:xfrm>
          <a:off x="9677614" y="2051998"/>
          <a:ext cx="403339" cy="3175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9677614" y="2115514"/>
        <a:ext cx="308064" cy="190550"/>
      </dsp:txXfrm>
    </dsp:sp>
    <dsp:sp modelId="{2729B21F-E991-4204-A16E-9EE6CDBD8032}">
      <dsp:nvSpPr>
        <dsp:cNvPr id="0" name=""/>
        <dsp:cNvSpPr/>
      </dsp:nvSpPr>
      <dsp:spPr>
        <a:xfrm>
          <a:off x="10248378" y="1985897"/>
          <a:ext cx="1275580" cy="6746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CNN</a:t>
          </a:r>
          <a:endParaRPr lang="en-US" sz="1200" kern="1200" dirty="0"/>
        </a:p>
      </dsp:txBody>
      <dsp:txXfrm>
        <a:off x="10248378" y="1985897"/>
        <a:ext cx="1275580" cy="449784"/>
      </dsp:txXfrm>
    </dsp:sp>
    <dsp:sp modelId="{E55327C6-F631-4584-8249-73C213519779}">
      <dsp:nvSpPr>
        <dsp:cNvPr id="0" name=""/>
        <dsp:cNvSpPr/>
      </dsp:nvSpPr>
      <dsp:spPr>
        <a:xfrm>
          <a:off x="10509642" y="2435681"/>
          <a:ext cx="1275580" cy="841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dirty="0"/>
            <a:t>Sur labels faibles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dirty="0" err="1"/>
            <a:t>Finetuning</a:t>
          </a:r>
          <a:endParaRPr lang="en-US" sz="1100" kern="1200" dirty="0"/>
        </a:p>
      </dsp:txBody>
      <dsp:txXfrm>
        <a:off x="10534289" y="2460328"/>
        <a:ext cx="1226286" cy="79220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29B21F-E991-4204-A16E-9EE6CDBD8032}">
      <dsp:nvSpPr>
        <dsp:cNvPr id="0" name=""/>
        <dsp:cNvSpPr/>
      </dsp:nvSpPr>
      <dsp:spPr>
        <a:xfrm>
          <a:off x="0" y="19714"/>
          <a:ext cx="1299668" cy="5616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CNN</a:t>
          </a:r>
          <a:endParaRPr lang="en-US" sz="1200" kern="1200" dirty="0"/>
        </a:p>
      </dsp:txBody>
      <dsp:txXfrm>
        <a:off x="0" y="19714"/>
        <a:ext cx="1299668" cy="374400"/>
      </dsp:txXfrm>
    </dsp:sp>
    <dsp:sp modelId="{E55327C6-F631-4584-8249-73C213519779}">
      <dsp:nvSpPr>
        <dsp:cNvPr id="0" name=""/>
        <dsp:cNvSpPr/>
      </dsp:nvSpPr>
      <dsp:spPr>
        <a:xfrm>
          <a:off x="266197" y="394115"/>
          <a:ext cx="1299668" cy="748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dirty="0"/>
            <a:t>Sur labels forts</a:t>
          </a:r>
          <a:endParaRPr lang="en-US" sz="1100" kern="1200" dirty="0"/>
        </a:p>
      </dsp:txBody>
      <dsp:txXfrm>
        <a:off x="288129" y="416047"/>
        <a:ext cx="1255804" cy="70493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039197-DEE4-43BA-81C2-4E5769050D16}">
      <dsp:nvSpPr>
        <dsp:cNvPr id="0" name=""/>
        <dsp:cNvSpPr/>
      </dsp:nvSpPr>
      <dsp:spPr>
        <a:xfrm>
          <a:off x="15481" y="1985897"/>
          <a:ext cx="1275580" cy="6746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Dataset</a:t>
          </a:r>
          <a:r>
            <a:rPr lang="fr-FR" sz="1200" kern="1200" dirty="0"/>
            <a:t> </a:t>
          </a:r>
          <a:r>
            <a:rPr lang="fr-FR" sz="1200" kern="1200" dirty="0" err="1"/>
            <a:t>Pytorch</a:t>
          </a:r>
          <a:endParaRPr lang="en-US" sz="1200" kern="1200" dirty="0"/>
        </a:p>
      </dsp:txBody>
      <dsp:txXfrm>
        <a:off x="15481" y="1985897"/>
        <a:ext cx="1275580" cy="449784"/>
      </dsp:txXfrm>
    </dsp:sp>
    <dsp:sp modelId="{C8FA46CC-7D20-4A2E-91E4-4EBE856496D7}">
      <dsp:nvSpPr>
        <dsp:cNvPr id="0" name=""/>
        <dsp:cNvSpPr/>
      </dsp:nvSpPr>
      <dsp:spPr>
        <a:xfrm>
          <a:off x="264269" y="2435681"/>
          <a:ext cx="1275580" cy="841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dirty="0" err="1"/>
            <a:t>Resize</a:t>
          </a:r>
          <a:r>
            <a:rPr lang="fr-FR" sz="1100" kern="1200" dirty="0"/>
            <a:t> 224x224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dirty="0"/>
            <a:t>Normalisation </a:t>
          </a:r>
          <a:r>
            <a:rPr lang="fr-FR" sz="1100" kern="1200" dirty="0" err="1"/>
            <a:t>Imagenet</a:t>
          </a:r>
          <a:r>
            <a:rPr lang="fr-FR" sz="1100" kern="1200" dirty="0"/>
            <a:t> </a:t>
          </a:r>
          <a:endParaRPr lang="en-US" sz="1100" kern="1200" dirty="0"/>
        </a:p>
      </dsp:txBody>
      <dsp:txXfrm>
        <a:off x="288916" y="2460328"/>
        <a:ext cx="1226286" cy="792205"/>
      </dsp:txXfrm>
    </dsp:sp>
    <dsp:sp modelId="{4F059184-ADAD-41E7-9F75-1CAB483F23B6}">
      <dsp:nvSpPr>
        <dsp:cNvPr id="0" name=""/>
        <dsp:cNvSpPr/>
      </dsp:nvSpPr>
      <dsp:spPr>
        <a:xfrm>
          <a:off x="1484435" y="2051998"/>
          <a:ext cx="409951" cy="3175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1484435" y="2115514"/>
        <a:ext cx="314676" cy="190550"/>
      </dsp:txXfrm>
    </dsp:sp>
    <dsp:sp modelId="{94A58DC2-9600-47BD-9349-9FA33A1B8074}">
      <dsp:nvSpPr>
        <dsp:cNvPr id="0" name=""/>
        <dsp:cNvSpPr/>
      </dsp:nvSpPr>
      <dsp:spPr>
        <a:xfrm>
          <a:off x="2064555" y="1985897"/>
          <a:ext cx="1275580" cy="6746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Embedding</a:t>
          </a:r>
          <a:endParaRPr lang="en-US" sz="1200" kern="1200" dirty="0"/>
        </a:p>
      </dsp:txBody>
      <dsp:txXfrm>
        <a:off x="2064555" y="1985897"/>
        <a:ext cx="1275580" cy="449784"/>
      </dsp:txXfrm>
    </dsp:sp>
    <dsp:sp modelId="{878EF815-8F21-406C-AF87-5C782900E1A7}">
      <dsp:nvSpPr>
        <dsp:cNvPr id="0" name=""/>
        <dsp:cNvSpPr/>
      </dsp:nvSpPr>
      <dsp:spPr>
        <a:xfrm>
          <a:off x="2313344" y="2435681"/>
          <a:ext cx="1275580" cy="841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dirty="0" err="1"/>
            <a:t>ResNet</a:t>
          </a:r>
          <a:r>
            <a:rPr lang="fr-FR" sz="1100" kern="1200" dirty="0"/>
            <a:t> 50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dirty="0" err="1"/>
            <a:t>EfficientNet</a:t>
          </a:r>
          <a:r>
            <a:rPr lang="fr-FR" sz="1100" kern="1200" dirty="0"/>
            <a:t> b4</a:t>
          </a:r>
          <a:endParaRPr lang="en-US" sz="1100" kern="1200" dirty="0"/>
        </a:p>
      </dsp:txBody>
      <dsp:txXfrm>
        <a:off x="2337991" y="2460328"/>
        <a:ext cx="1226286" cy="792205"/>
      </dsp:txXfrm>
    </dsp:sp>
    <dsp:sp modelId="{84042F93-5D45-4AEB-987D-67D85B212F03}">
      <dsp:nvSpPr>
        <dsp:cNvPr id="0" name=""/>
        <dsp:cNvSpPr/>
      </dsp:nvSpPr>
      <dsp:spPr>
        <a:xfrm>
          <a:off x="3533509" y="2051998"/>
          <a:ext cx="409951" cy="3175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3533509" y="2115514"/>
        <a:ext cx="314676" cy="190550"/>
      </dsp:txXfrm>
    </dsp:sp>
    <dsp:sp modelId="{2C12FE64-C148-46CF-901F-081CBA511F68}">
      <dsp:nvSpPr>
        <dsp:cNvPr id="0" name=""/>
        <dsp:cNvSpPr/>
      </dsp:nvSpPr>
      <dsp:spPr>
        <a:xfrm>
          <a:off x="4113630" y="1985897"/>
          <a:ext cx="1275580" cy="6746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Standardisation</a:t>
          </a:r>
          <a:endParaRPr lang="en-US" sz="1200" kern="1200" dirty="0"/>
        </a:p>
      </dsp:txBody>
      <dsp:txXfrm>
        <a:off x="4113630" y="1985897"/>
        <a:ext cx="1275580" cy="449784"/>
      </dsp:txXfrm>
    </dsp:sp>
    <dsp:sp modelId="{CFAFC0F1-4F74-44E0-B935-67FEDB0B9936}">
      <dsp:nvSpPr>
        <dsp:cNvPr id="0" name=""/>
        <dsp:cNvSpPr/>
      </dsp:nvSpPr>
      <dsp:spPr>
        <a:xfrm>
          <a:off x="4362418" y="2435681"/>
          <a:ext cx="1275580" cy="841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dirty="0" err="1"/>
            <a:t>StandardScaler</a:t>
          </a:r>
          <a:endParaRPr lang="en-US" sz="1100" kern="1200" dirty="0"/>
        </a:p>
      </dsp:txBody>
      <dsp:txXfrm>
        <a:off x="4387065" y="2460328"/>
        <a:ext cx="1226286" cy="792205"/>
      </dsp:txXfrm>
    </dsp:sp>
    <dsp:sp modelId="{BCC1DD08-4121-4F73-BE97-B9784C8D42EB}">
      <dsp:nvSpPr>
        <dsp:cNvPr id="0" name=""/>
        <dsp:cNvSpPr/>
      </dsp:nvSpPr>
      <dsp:spPr>
        <a:xfrm>
          <a:off x="5582584" y="2051998"/>
          <a:ext cx="409951" cy="3175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5582584" y="2115514"/>
        <a:ext cx="314676" cy="190550"/>
      </dsp:txXfrm>
    </dsp:sp>
    <dsp:sp modelId="{D1FD7671-6BD7-457D-8706-56B772369DE8}">
      <dsp:nvSpPr>
        <dsp:cNvPr id="0" name=""/>
        <dsp:cNvSpPr/>
      </dsp:nvSpPr>
      <dsp:spPr>
        <a:xfrm>
          <a:off x="6162704" y="1985897"/>
          <a:ext cx="1275580" cy="6746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Reduction de dimension</a:t>
          </a:r>
          <a:endParaRPr lang="en-US" sz="1200" kern="1200" dirty="0"/>
        </a:p>
      </dsp:txBody>
      <dsp:txXfrm>
        <a:off x="6162704" y="1985897"/>
        <a:ext cx="1275580" cy="449784"/>
      </dsp:txXfrm>
    </dsp:sp>
    <dsp:sp modelId="{A62FCB19-79B9-49C4-AD4A-543B1615C777}">
      <dsp:nvSpPr>
        <dsp:cNvPr id="0" name=""/>
        <dsp:cNvSpPr/>
      </dsp:nvSpPr>
      <dsp:spPr>
        <a:xfrm>
          <a:off x="6411493" y="2435681"/>
          <a:ext cx="1275580" cy="841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dirty="0"/>
            <a:t>PCA</a:t>
          </a:r>
          <a:endParaRPr lang="en-US" sz="1100" kern="1200" dirty="0"/>
        </a:p>
      </dsp:txBody>
      <dsp:txXfrm>
        <a:off x="6436140" y="2460328"/>
        <a:ext cx="1226286" cy="792205"/>
      </dsp:txXfrm>
    </dsp:sp>
    <dsp:sp modelId="{A417F040-CD5A-41F4-909C-0CAD62E48C7E}">
      <dsp:nvSpPr>
        <dsp:cNvPr id="0" name=""/>
        <dsp:cNvSpPr/>
      </dsp:nvSpPr>
      <dsp:spPr>
        <a:xfrm>
          <a:off x="7631658" y="2051998"/>
          <a:ext cx="409951" cy="3175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7631658" y="2115514"/>
        <a:ext cx="314676" cy="190550"/>
      </dsp:txXfrm>
    </dsp:sp>
    <dsp:sp modelId="{0564B863-7244-41E1-B9A7-A08E1ACFBDD7}">
      <dsp:nvSpPr>
        <dsp:cNvPr id="0" name=""/>
        <dsp:cNvSpPr/>
      </dsp:nvSpPr>
      <dsp:spPr>
        <a:xfrm>
          <a:off x="8211779" y="1985897"/>
          <a:ext cx="1275580" cy="6746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Clustering</a:t>
          </a:r>
          <a:endParaRPr lang="en-US" sz="1200" kern="1200" dirty="0"/>
        </a:p>
      </dsp:txBody>
      <dsp:txXfrm>
        <a:off x="8211779" y="1985897"/>
        <a:ext cx="1275580" cy="449784"/>
      </dsp:txXfrm>
    </dsp:sp>
    <dsp:sp modelId="{67FB3BBE-E202-487D-BD76-DD3F6D3F5F8C}">
      <dsp:nvSpPr>
        <dsp:cNvPr id="0" name=""/>
        <dsp:cNvSpPr/>
      </dsp:nvSpPr>
      <dsp:spPr>
        <a:xfrm>
          <a:off x="8460567" y="2435681"/>
          <a:ext cx="1275580" cy="841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dirty="0" err="1"/>
            <a:t>K_Means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dirty="0"/>
            <a:t>DBSCAN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dirty="0"/>
            <a:t>Visualisation t-SNE</a:t>
          </a:r>
          <a:endParaRPr lang="en-US" sz="1100" kern="1200" dirty="0"/>
        </a:p>
      </dsp:txBody>
      <dsp:txXfrm>
        <a:off x="8485214" y="2460328"/>
        <a:ext cx="1226286" cy="792205"/>
      </dsp:txXfrm>
    </dsp:sp>
    <dsp:sp modelId="{C44A358E-C949-4500-9987-710790D9A669}">
      <dsp:nvSpPr>
        <dsp:cNvPr id="0" name=""/>
        <dsp:cNvSpPr/>
      </dsp:nvSpPr>
      <dsp:spPr>
        <a:xfrm>
          <a:off x="9677614" y="2051998"/>
          <a:ext cx="403339" cy="3175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9677614" y="2115514"/>
        <a:ext cx="308064" cy="190550"/>
      </dsp:txXfrm>
    </dsp:sp>
    <dsp:sp modelId="{2729B21F-E991-4204-A16E-9EE6CDBD8032}">
      <dsp:nvSpPr>
        <dsp:cNvPr id="0" name=""/>
        <dsp:cNvSpPr/>
      </dsp:nvSpPr>
      <dsp:spPr>
        <a:xfrm>
          <a:off x="10248378" y="1985897"/>
          <a:ext cx="1275580" cy="6746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CNN</a:t>
          </a:r>
          <a:endParaRPr lang="en-US" sz="1200" kern="1200" dirty="0"/>
        </a:p>
      </dsp:txBody>
      <dsp:txXfrm>
        <a:off x="10248378" y="1985897"/>
        <a:ext cx="1275580" cy="449784"/>
      </dsp:txXfrm>
    </dsp:sp>
    <dsp:sp modelId="{E55327C6-F631-4584-8249-73C213519779}">
      <dsp:nvSpPr>
        <dsp:cNvPr id="0" name=""/>
        <dsp:cNvSpPr/>
      </dsp:nvSpPr>
      <dsp:spPr>
        <a:xfrm>
          <a:off x="10509642" y="2435681"/>
          <a:ext cx="1275580" cy="841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dirty="0"/>
            <a:t>Sur labels faibles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dirty="0" err="1"/>
            <a:t>Finetuning</a:t>
          </a:r>
          <a:endParaRPr lang="en-US" sz="1100" kern="1200" dirty="0"/>
        </a:p>
      </dsp:txBody>
      <dsp:txXfrm>
        <a:off x="10534289" y="2460328"/>
        <a:ext cx="1226286" cy="7922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409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468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517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442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299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141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514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764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764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16964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8135908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27196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7983185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76224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0140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247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02111984F56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712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854" r:id="rId12"/>
    <p:sldLayoutId id="2147483855" r:id="rId13"/>
    <p:sldLayoutId id="2147483856" r:id="rId14"/>
    <p:sldLayoutId id="2147483857" r:id="rId15"/>
    <p:sldLayoutId id="2147483858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13" Type="http://schemas.openxmlformats.org/officeDocument/2006/relationships/image" Target="../media/image27.png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12" Type="http://schemas.openxmlformats.org/officeDocument/2006/relationships/image" Target="../media/image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Relationship Id="rId14" Type="http://schemas.openxmlformats.org/officeDocument/2006/relationships/image" Target="../media/image28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13" Type="http://schemas.openxmlformats.org/officeDocument/2006/relationships/image" Target="../media/image27.png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12" Type="http://schemas.openxmlformats.org/officeDocument/2006/relationships/image" Target="../media/image2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Relationship Id="rId14" Type="http://schemas.openxmlformats.org/officeDocument/2006/relationships/image" Target="../media/image28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8.xml"/><Relationship Id="rId12" Type="http://schemas.openxmlformats.org/officeDocument/2006/relationships/image" Target="../media/image2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0" Type="http://schemas.openxmlformats.org/officeDocument/2006/relationships/diagramColors" Target="../diagrams/colors8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E316FF-57D7-40A1-99B1-94FD3BADED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FR" sz="6000" b="1" dirty="0"/>
              <a:t>P7: </a:t>
            </a:r>
            <a:r>
              <a:rPr lang="fr-FR" b="1" dirty="0"/>
              <a:t>Labellisez et appliquez des approches semi-supervisées en traitement d'images</a:t>
            </a:r>
            <a:endParaRPr lang="en-US" sz="60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938AB45-FF5D-4221-9884-AD521B55D1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fr-FR" dirty="0"/>
              <a:t>OPEN CLASSROOM - Formation Data </a:t>
            </a:r>
            <a:r>
              <a:rPr lang="fr-FR" dirty="0" err="1"/>
              <a:t>Scientist</a:t>
            </a:r>
            <a:r>
              <a:rPr lang="fr-FR" dirty="0"/>
              <a:t> &amp; ML - Projet 7</a:t>
            </a:r>
          </a:p>
          <a:p>
            <a:pPr algn="l"/>
            <a:r>
              <a:rPr lang="fr-FR" dirty="0"/>
              <a:t>13/04/2026</a:t>
            </a:r>
          </a:p>
          <a:p>
            <a:pPr algn="l"/>
            <a:r>
              <a:rPr lang="fr-FR" dirty="0"/>
              <a:t>By Kevin </a:t>
            </a:r>
            <a:r>
              <a:rPr lang="fr-FR" dirty="0" err="1"/>
              <a:t>Lebayle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463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60674E-D216-4596-AAB6-06FA1F965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384" y="3078838"/>
            <a:ext cx="8596668" cy="1320800"/>
          </a:xfrm>
        </p:spPr>
        <p:txBody>
          <a:bodyPr/>
          <a:lstStyle/>
          <a:p>
            <a:r>
              <a:rPr lang="fr-FR" dirty="0"/>
              <a:t>DATASET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C3718D-6DD1-4DA2-ACC3-D7101805B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384" y="3813197"/>
            <a:ext cx="8930485" cy="252933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accent1"/>
                </a:solidFill>
              </a:rPr>
              <a:t>1506 clichés de radiographie: </a:t>
            </a:r>
          </a:p>
          <a:p>
            <a:pPr marL="457200" lvl="1" indent="0">
              <a:buNone/>
            </a:pPr>
            <a:r>
              <a:rPr lang="fr-FR" dirty="0"/>
              <a:t>50 étiquetées « CANCER »</a:t>
            </a:r>
          </a:p>
          <a:p>
            <a:pPr marL="457200" lvl="1" indent="0">
              <a:buNone/>
            </a:pPr>
            <a:r>
              <a:rPr lang="fr-FR" dirty="0"/>
              <a:t>50 étiquetées « NORMAL »</a:t>
            </a:r>
          </a:p>
          <a:p>
            <a:pPr marL="457200" lvl="1" indent="0">
              <a:buNone/>
            </a:pPr>
            <a:r>
              <a:rPr lang="fr-FR" dirty="0"/>
              <a:t>1406 non étiquetées</a:t>
            </a:r>
          </a:p>
          <a:p>
            <a:pPr marL="57150" indent="0">
              <a:buNone/>
            </a:pPr>
            <a:endParaRPr lang="fr-FR" sz="1600" dirty="0"/>
          </a:p>
          <a:p>
            <a:pPr marL="57150" indent="0">
              <a:buNone/>
            </a:pPr>
            <a:r>
              <a:rPr lang="fr-FR" b="1" dirty="0">
                <a:solidFill>
                  <a:schemeClr val="accent1"/>
                </a:solidFill>
              </a:rPr>
              <a:t>Résolution unique 512 x 512 pixels.</a:t>
            </a:r>
          </a:p>
          <a:p>
            <a:pPr marL="57150" indent="0">
              <a:buNone/>
            </a:pPr>
            <a:r>
              <a:rPr lang="fr-FR" b="1" dirty="0">
                <a:solidFill>
                  <a:schemeClr val="accent1"/>
                </a:solidFill>
              </a:rPr>
              <a:t>Mode RGB</a:t>
            </a:r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A8C6C45-8921-46EE-9C07-175E1093E14C}"/>
              </a:ext>
            </a:extLst>
          </p:cNvPr>
          <p:cNvSpPr txBox="1">
            <a:spLocks/>
          </p:cNvSpPr>
          <p:nvPr/>
        </p:nvSpPr>
        <p:spPr>
          <a:xfrm>
            <a:off x="823384" y="723254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dirty="0"/>
              <a:t>OBJECTIF</a:t>
            </a:r>
            <a:endParaRPr lang="en-US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4DB361C3-BBE6-4A46-9285-88ACA862555F}"/>
              </a:ext>
            </a:extLst>
          </p:cNvPr>
          <p:cNvSpPr txBox="1">
            <a:spLocks/>
          </p:cNvSpPr>
          <p:nvPr/>
        </p:nvSpPr>
        <p:spPr>
          <a:xfrm>
            <a:off x="823384" y="1585139"/>
            <a:ext cx="3998743" cy="11265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fr-FR" dirty="0"/>
              <a:t>Automatiser la détection de tumeurs sur des radiographies de cerveaux humains.</a:t>
            </a:r>
          </a:p>
          <a:p>
            <a:pPr marL="0" indent="0" algn="just">
              <a:buNone/>
            </a:pPr>
            <a:endParaRPr lang="fr-FR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F27BFDFA-0075-4C49-AA56-ECC86CC31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1718" y="387653"/>
            <a:ext cx="6743469" cy="6242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561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Stratégie</a:t>
            </a:r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E5052CA-1E90-44BF-9DF1-E30173F2B3FD}"/>
              </a:ext>
            </a:extLst>
          </p:cNvPr>
          <p:cNvSpPr txBox="1"/>
          <p:nvPr/>
        </p:nvSpPr>
        <p:spPr>
          <a:xfrm>
            <a:off x="7373998" y="2456460"/>
            <a:ext cx="2252602" cy="2285241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Non supervisé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sz="1050" dirty="0"/>
          </a:p>
          <a:p>
            <a:endParaRPr lang="fr-FR" sz="1050" dirty="0"/>
          </a:p>
          <a:p>
            <a:endParaRPr lang="fr-FR" sz="1050" dirty="0"/>
          </a:p>
          <a:p>
            <a:endParaRPr lang="fr-FR" sz="1050" dirty="0"/>
          </a:p>
          <a:p>
            <a:endParaRPr lang="fr-FR" sz="105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65908A9-2947-4465-B4B6-96EF789ECED5}"/>
              </a:ext>
            </a:extLst>
          </p:cNvPr>
          <p:cNvSpPr txBox="1"/>
          <p:nvPr/>
        </p:nvSpPr>
        <p:spPr>
          <a:xfrm>
            <a:off x="9620683" y="2452254"/>
            <a:ext cx="2375653" cy="2585323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Semi supervisé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en-US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2544B91-16E6-4A0C-8064-E42491FF1B2A}"/>
              </a:ext>
            </a:extLst>
          </p:cNvPr>
          <p:cNvSpPr txBox="1"/>
          <p:nvPr/>
        </p:nvSpPr>
        <p:spPr>
          <a:xfrm>
            <a:off x="9627815" y="4727910"/>
            <a:ext cx="2368521" cy="2031325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Supervisé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4C66CAD-7A6E-4C77-9C99-B3B478E35AAD}"/>
              </a:ext>
            </a:extLst>
          </p:cNvPr>
          <p:cNvSpPr txBox="1"/>
          <p:nvPr/>
        </p:nvSpPr>
        <p:spPr>
          <a:xfrm>
            <a:off x="2196675" y="2452254"/>
            <a:ext cx="2825973" cy="2308324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Extraction </a:t>
            </a:r>
            <a:r>
              <a:rPr lang="fr-FR" dirty="0" err="1"/>
              <a:t>features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en-US" dirty="0"/>
          </a:p>
        </p:txBody>
      </p:sp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A410AFE4-1088-450B-8C54-9F089FB852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6502905"/>
              </p:ext>
            </p:extLst>
          </p:nvPr>
        </p:nvGraphicFramePr>
        <p:xfrm>
          <a:off x="123985" y="1071219"/>
          <a:ext cx="11788229" cy="52630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B8381647-C40A-4011-B318-F182CBA511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9579156"/>
              </p:ext>
            </p:extLst>
          </p:nvPr>
        </p:nvGraphicFramePr>
        <p:xfrm>
          <a:off x="10114474" y="4908015"/>
          <a:ext cx="1565866" cy="11626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pSp>
        <p:nvGrpSpPr>
          <p:cNvPr id="10" name="Groupe 9">
            <a:extLst>
              <a:ext uri="{FF2B5EF4-FFF2-40B4-BE49-F238E27FC236}">
                <a16:creationId xmlns:a16="http://schemas.microsoft.com/office/drawing/2014/main" id="{E8739D8A-1D9F-4032-A540-D41BDF80F580}"/>
              </a:ext>
            </a:extLst>
          </p:cNvPr>
          <p:cNvGrpSpPr/>
          <p:nvPr/>
        </p:nvGrpSpPr>
        <p:grpSpPr>
          <a:xfrm>
            <a:off x="6016780" y="5330539"/>
            <a:ext cx="3257222" cy="317582"/>
            <a:chOff x="7631658" y="2051998"/>
            <a:chExt cx="409951" cy="317582"/>
          </a:xfrm>
        </p:grpSpPr>
        <p:sp>
          <p:nvSpPr>
            <p:cNvPr id="11" name="Flèche : droite 10">
              <a:extLst>
                <a:ext uri="{FF2B5EF4-FFF2-40B4-BE49-F238E27FC236}">
                  <a16:creationId xmlns:a16="http://schemas.microsoft.com/office/drawing/2014/main" id="{085BB268-8813-4E17-AD97-2F7D85890CF4}"/>
                </a:ext>
              </a:extLst>
            </p:cNvPr>
            <p:cNvSpPr/>
            <p:nvPr/>
          </p:nvSpPr>
          <p:spPr>
            <a:xfrm>
              <a:off x="7631658" y="2051998"/>
              <a:ext cx="409951" cy="317582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Flèche : droite 4">
              <a:extLst>
                <a:ext uri="{FF2B5EF4-FFF2-40B4-BE49-F238E27FC236}">
                  <a16:creationId xmlns:a16="http://schemas.microsoft.com/office/drawing/2014/main" id="{F5DBFB3A-8632-4887-A743-1099A98075A7}"/>
                </a:ext>
              </a:extLst>
            </p:cNvPr>
            <p:cNvSpPr txBox="1"/>
            <p:nvPr/>
          </p:nvSpPr>
          <p:spPr>
            <a:xfrm>
              <a:off x="7631658" y="2115514"/>
              <a:ext cx="314676" cy="19055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900" kern="1200" dirty="0"/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C14C2856-F6CF-421D-B347-B99E7D0E6AAF}"/>
              </a:ext>
            </a:extLst>
          </p:cNvPr>
          <p:cNvGrpSpPr/>
          <p:nvPr/>
        </p:nvGrpSpPr>
        <p:grpSpPr>
          <a:xfrm rot="5400000">
            <a:off x="5626965" y="4910030"/>
            <a:ext cx="972249" cy="317582"/>
            <a:chOff x="7631658" y="2051998"/>
            <a:chExt cx="409951" cy="317582"/>
          </a:xfrm>
        </p:grpSpPr>
        <p:sp>
          <p:nvSpPr>
            <p:cNvPr id="15" name="Flèche : droite 14">
              <a:extLst>
                <a:ext uri="{FF2B5EF4-FFF2-40B4-BE49-F238E27FC236}">
                  <a16:creationId xmlns:a16="http://schemas.microsoft.com/office/drawing/2014/main" id="{96FA9A66-2663-49AD-B30D-F293A1E740B1}"/>
                </a:ext>
              </a:extLst>
            </p:cNvPr>
            <p:cNvSpPr/>
            <p:nvPr/>
          </p:nvSpPr>
          <p:spPr>
            <a:xfrm>
              <a:off x="7631658" y="2051998"/>
              <a:ext cx="409951" cy="317582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Flèche : droite 4">
              <a:extLst>
                <a:ext uri="{FF2B5EF4-FFF2-40B4-BE49-F238E27FC236}">
                  <a16:creationId xmlns:a16="http://schemas.microsoft.com/office/drawing/2014/main" id="{66E9AE60-54D0-447B-9D5A-BDD0927EB57F}"/>
                </a:ext>
              </a:extLst>
            </p:cNvPr>
            <p:cNvSpPr txBox="1"/>
            <p:nvPr/>
          </p:nvSpPr>
          <p:spPr>
            <a:xfrm>
              <a:off x="7631658" y="2115514"/>
              <a:ext cx="314676" cy="19055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900" kern="1200"/>
            </a:p>
          </p:txBody>
        </p:sp>
      </p:grpSp>
      <p:pic>
        <p:nvPicPr>
          <p:cNvPr id="17" name="Image 16">
            <a:extLst>
              <a:ext uri="{FF2B5EF4-FFF2-40B4-BE49-F238E27FC236}">
                <a16:creationId xmlns:a16="http://schemas.microsoft.com/office/drawing/2014/main" id="{3950D3F9-7282-4E60-9628-1F381800698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16538" y="5170023"/>
            <a:ext cx="1600242" cy="952525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FC4BAF3C-3494-4987-965D-23070454AAAA}"/>
              </a:ext>
            </a:extLst>
          </p:cNvPr>
          <p:cNvSpPr txBox="1"/>
          <p:nvPr/>
        </p:nvSpPr>
        <p:spPr>
          <a:xfrm>
            <a:off x="206032" y="1621118"/>
            <a:ext cx="19006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rgbClr val="FF0000"/>
                </a:solidFill>
              </a:rPr>
              <a:t>(512 , 512, 3)</a:t>
            </a:r>
            <a:endParaRPr lang="en-US" sz="1400" dirty="0">
              <a:solidFill>
                <a:srgbClr val="FF0000"/>
              </a:solidFill>
            </a:endParaRP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27AD2605-CF51-4D7B-A35B-3EFDC8607F1B}"/>
              </a:ext>
            </a:extLst>
          </p:cNvPr>
          <p:cNvGrpSpPr/>
          <p:nvPr/>
        </p:nvGrpSpPr>
        <p:grpSpPr>
          <a:xfrm rot="5400000">
            <a:off x="355732" y="2293464"/>
            <a:ext cx="839430" cy="317582"/>
            <a:chOff x="7631658" y="2051998"/>
            <a:chExt cx="409951" cy="317582"/>
          </a:xfrm>
        </p:grpSpPr>
        <p:sp>
          <p:nvSpPr>
            <p:cNvPr id="20" name="Flèche : droite 19">
              <a:extLst>
                <a:ext uri="{FF2B5EF4-FFF2-40B4-BE49-F238E27FC236}">
                  <a16:creationId xmlns:a16="http://schemas.microsoft.com/office/drawing/2014/main" id="{329A0CFA-6ABE-45F5-A825-5BF7D7B02545}"/>
                </a:ext>
              </a:extLst>
            </p:cNvPr>
            <p:cNvSpPr/>
            <p:nvPr/>
          </p:nvSpPr>
          <p:spPr>
            <a:xfrm>
              <a:off x="7631658" y="2051998"/>
              <a:ext cx="409951" cy="317582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Flèche : droite 4">
              <a:extLst>
                <a:ext uri="{FF2B5EF4-FFF2-40B4-BE49-F238E27FC236}">
                  <a16:creationId xmlns:a16="http://schemas.microsoft.com/office/drawing/2014/main" id="{19EFCD71-2F9B-4DD4-88FD-42FD0533C46A}"/>
                </a:ext>
              </a:extLst>
            </p:cNvPr>
            <p:cNvSpPr txBox="1"/>
            <p:nvPr/>
          </p:nvSpPr>
          <p:spPr>
            <a:xfrm>
              <a:off x="7631658" y="2115514"/>
              <a:ext cx="314676" cy="19055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900" kern="1200"/>
            </a:p>
          </p:txBody>
        </p:sp>
      </p:grpSp>
      <p:sp>
        <p:nvSpPr>
          <p:cNvPr id="22" name="ZoneTexte 21">
            <a:extLst>
              <a:ext uri="{FF2B5EF4-FFF2-40B4-BE49-F238E27FC236}">
                <a16:creationId xmlns:a16="http://schemas.microsoft.com/office/drawing/2014/main" id="{5BF39A36-0099-4463-9E91-065C176E6B16}"/>
              </a:ext>
            </a:extLst>
          </p:cNvPr>
          <p:cNvSpPr txBox="1"/>
          <p:nvPr/>
        </p:nvSpPr>
        <p:spPr>
          <a:xfrm>
            <a:off x="677334" y="4760578"/>
            <a:ext cx="1329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rgbClr val="FF0000"/>
                </a:solidFill>
              </a:rPr>
              <a:t>(224 , 224 , 3)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B6B6EC63-45DF-41EB-9DDC-B6A02D2DCC89}"/>
              </a:ext>
            </a:extLst>
          </p:cNvPr>
          <p:cNvSpPr txBox="1"/>
          <p:nvPr/>
        </p:nvSpPr>
        <p:spPr>
          <a:xfrm>
            <a:off x="3770900" y="4761044"/>
            <a:ext cx="1329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rgbClr val="FF0000"/>
                </a:solidFill>
              </a:rPr>
              <a:t>(2048,)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1D4D83B9-A15B-4461-8F17-8377B415A07A}"/>
              </a:ext>
            </a:extLst>
          </p:cNvPr>
          <p:cNvSpPr txBox="1"/>
          <p:nvPr/>
        </p:nvSpPr>
        <p:spPr>
          <a:xfrm>
            <a:off x="6335397" y="4761583"/>
            <a:ext cx="1329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rgbClr val="FF0000"/>
                </a:solidFill>
              </a:rPr>
              <a:t>(658,)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DA755D7B-146B-442E-BA04-D0113046F302}"/>
              </a:ext>
            </a:extLst>
          </p:cNvPr>
          <p:cNvSpPr txBox="1"/>
          <p:nvPr/>
        </p:nvSpPr>
        <p:spPr>
          <a:xfrm>
            <a:off x="11393250" y="2027317"/>
            <a:ext cx="550722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rgbClr val="FF0000"/>
                </a:solidFill>
              </a:rPr>
              <a:t>(2,)</a:t>
            </a:r>
            <a:endParaRPr lang="en-US" sz="1400" dirty="0">
              <a:solidFill>
                <a:srgbClr val="FF0000"/>
              </a:solidFill>
            </a:endParaRP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58803A71-C556-422C-A01C-081F75FC8D14}"/>
              </a:ext>
            </a:extLst>
          </p:cNvPr>
          <p:cNvCxnSpPr>
            <a:cxnSpLocks/>
            <a:stCxn id="24" idx="2"/>
          </p:cNvCxnSpPr>
          <p:nvPr/>
        </p:nvCxnSpPr>
        <p:spPr>
          <a:xfrm flipH="1">
            <a:off x="9541744" y="1910331"/>
            <a:ext cx="155816" cy="10788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827C02F2-02F7-4B46-9EFF-C2B14A7BFD5D}"/>
              </a:ext>
            </a:extLst>
          </p:cNvPr>
          <p:cNvSpPr txBox="1"/>
          <p:nvPr/>
        </p:nvSpPr>
        <p:spPr>
          <a:xfrm>
            <a:off x="8459225" y="987001"/>
            <a:ext cx="24766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AJOUT de supervisé pour affiner les labels faibles -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398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Dataset</a:t>
            </a:r>
            <a:r>
              <a:rPr lang="fr-FR" dirty="0"/>
              <a:t> </a:t>
            </a:r>
            <a:r>
              <a:rPr lang="fr-FR" dirty="0" err="1"/>
              <a:t>Pytorch</a:t>
            </a:r>
            <a:endParaRPr lang="en-US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9A26B8F-4268-4622-8DCC-63164BFC5B91}"/>
              </a:ext>
            </a:extLst>
          </p:cNvPr>
          <p:cNvSpPr txBox="1"/>
          <p:nvPr/>
        </p:nvSpPr>
        <p:spPr>
          <a:xfrm>
            <a:off x="712694" y="1577789"/>
            <a:ext cx="6355976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err="1">
                <a:solidFill>
                  <a:schemeClr val="accent1"/>
                </a:solidFill>
              </a:rPr>
              <a:t>Preprocessing</a:t>
            </a:r>
            <a:r>
              <a:rPr lang="fr-FR" sz="2000" b="1" dirty="0">
                <a:solidFill>
                  <a:schemeClr val="accent1"/>
                </a:solidFill>
              </a:rPr>
              <a:t> </a:t>
            </a:r>
            <a:r>
              <a:rPr lang="fr-FR" sz="2000" b="1" dirty="0">
                <a:solidFill>
                  <a:schemeClr val="accent1"/>
                </a:solidFill>
                <a:sym typeface="Wingdings" panose="05000000000000000000" pitchFamily="2" charset="2"/>
              </a:rPr>
              <a:t> </a:t>
            </a:r>
            <a:r>
              <a:rPr lang="fr-FR" sz="2000" b="1" dirty="0" err="1">
                <a:solidFill>
                  <a:schemeClr val="accent1"/>
                </a:solidFill>
              </a:rPr>
              <a:t>Transforms</a:t>
            </a:r>
            <a:r>
              <a:rPr lang="fr-FR" sz="2000" b="1" dirty="0">
                <a:solidFill>
                  <a:schemeClr val="accent1"/>
                </a:solidFill>
              </a:rPr>
              <a:t> : </a:t>
            </a:r>
          </a:p>
          <a:p>
            <a:endParaRPr lang="fr-FR" sz="2000" b="1" dirty="0">
              <a:solidFill>
                <a:schemeClr val="accent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err="1"/>
              <a:t>Resize</a:t>
            </a:r>
            <a:r>
              <a:rPr lang="fr-FR" dirty="0"/>
              <a:t> 224 x 224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err="1"/>
              <a:t>ToTensor</a:t>
            </a:r>
            <a:endParaRPr lang="fr-F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err="1"/>
              <a:t>Normalize</a:t>
            </a:r>
            <a:r>
              <a:rPr lang="fr-FR" dirty="0"/>
              <a:t> : </a:t>
            </a:r>
            <a:r>
              <a:rPr lang="en-US" dirty="0"/>
              <a:t>mean=[0.485, 0.456, 0.406],</a:t>
            </a:r>
          </a:p>
          <a:p>
            <a:pPr lvl="1"/>
            <a:r>
              <a:rPr lang="en-US" dirty="0"/>
              <a:t>                         std=[0.229, 0.224, 0.225])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endParaRPr lang="en-US" dirty="0"/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1AD270D3-A620-4519-BDCF-0EC74627BC3F}"/>
              </a:ext>
            </a:extLst>
          </p:cNvPr>
          <p:cNvCxnSpPr>
            <a:cxnSpLocks/>
          </p:cNvCxnSpPr>
          <p:nvPr/>
        </p:nvCxnSpPr>
        <p:spPr>
          <a:xfrm>
            <a:off x="6001371" y="3043518"/>
            <a:ext cx="10354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2BDC0379-61FD-49C9-BDF2-99A2CC0A3C4E}"/>
              </a:ext>
            </a:extLst>
          </p:cNvPr>
          <p:cNvSpPr txBox="1"/>
          <p:nvPr/>
        </p:nvSpPr>
        <p:spPr>
          <a:xfrm>
            <a:off x="7104030" y="2720352"/>
            <a:ext cx="28154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1"/>
                </a:solidFill>
              </a:rPr>
              <a:t>Normalisation de pixels : Standard </a:t>
            </a:r>
            <a:r>
              <a:rPr lang="fr-FR" dirty="0" err="1">
                <a:solidFill>
                  <a:schemeClr val="accent1"/>
                </a:solidFill>
              </a:rPr>
              <a:t>ImageNet</a:t>
            </a:r>
            <a:endParaRPr lang="fr-FR" dirty="0">
              <a:solidFill>
                <a:schemeClr val="accent1"/>
              </a:solidFill>
            </a:endParaRP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48EE9021-5E0F-4DD8-8653-55ECD5D43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249" y="3559916"/>
            <a:ext cx="5013728" cy="2885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769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Embedding</a:t>
            </a:r>
            <a:r>
              <a:rPr lang="fr-FR" dirty="0"/>
              <a:t> - RESNET 50</a:t>
            </a:r>
            <a:br>
              <a:rPr lang="fr-FR" dirty="0"/>
            </a:br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7B590F1-5A21-4E95-AC1B-A43E41CFF2DE}"/>
              </a:ext>
            </a:extLst>
          </p:cNvPr>
          <p:cNvSpPr txBox="1"/>
          <p:nvPr/>
        </p:nvSpPr>
        <p:spPr>
          <a:xfrm>
            <a:off x="878542" y="2878552"/>
            <a:ext cx="1703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1"/>
                </a:solidFill>
              </a:rPr>
              <a:t>RESNET 50 : 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32A80AD-CFCB-4909-89B7-800AE73126F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8F8F6"/>
              </a:clrFrom>
              <a:clrTo>
                <a:srgbClr val="F8F8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83721" y="1680579"/>
            <a:ext cx="6743876" cy="2884790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36288187-1F64-4FA3-9F5C-8FA21E19B06D}"/>
              </a:ext>
            </a:extLst>
          </p:cNvPr>
          <p:cNvSpPr txBox="1"/>
          <p:nvPr/>
        </p:nvSpPr>
        <p:spPr>
          <a:xfrm>
            <a:off x="878542" y="4684881"/>
            <a:ext cx="8063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Entrainement couches figées : pas de descente de gradient</a:t>
            </a:r>
          </a:p>
          <a:p>
            <a:r>
              <a:rPr lang="fr-FR" dirty="0"/>
              <a:t>	</a:t>
            </a:r>
            <a:r>
              <a:rPr lang="fr-FR" dirty="0">
                <a:sym typeface="Wingdings" panose="05000000000000000000" pitchFamily="2" charset="2"/>
              </a:rPr>
              <a:t> Eval + </a:t>
            </a:r>
            <a:r>
              <a:rPr lang="fr-FR" dirty="0" err="1">
                <a:sym typeface="Wingdings" panose="05000000000000000000" pitchFamily="2" charset="2"/>
              </a:rPr>
              <a:t>no_grad</a:t>
            </a:r>
            <a:endParaRPr lang="en-US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783118E-A792-4390-817D-B7DEF3292BA9}"/>
              </a:ext>
            </a:extLst>
          </p:cNvPr>
          <p:cNvSpPr txBox="1"/>
          <p:nvPr/>
        </p:nvSpPr>
        <p:spPr>
          <a:xfrm>
            <a:off x="4235825" y="5716713"/>
            <a:ext cx="3200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FF0000"/>
                </a:solidFill>
              </a:rPr>
              <a:t>Vecteurs 2048 Dimensions</a:t>
            </a:r>
          </a:p>
        </p:txBody>
      </p:sp>
    </p:spTree>
    <p:extLst>
      <p:ext uri="{BB962C8B-B14F-4D97-AF65-F5344CB8AC3E}">
        <p14:creationId xmlns:p14="http://schemas.microsoft.com/office/powerpoint/2010/main" val="3272512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Embedding</a:t>
            </a:r>
            <a:r>
              <a:rPr lang="fr-FR" dirty="0"/>
              <a:t> - </a:t>
            </a:r>
            <a:r>
              <a:rPr lang="fr-FR" dirty="0" err="1"/>
              <a:t>EfficientNet</a:t>
            </a:r>
            <a:r>
              <a:rPr lang="fr-FR" dirty="0"/>
              <a:t> b4 </a:t>
            </a:r>
            <a:br>
              <a:rPr lang="fr-FR" dirty="0"/>
            </a:br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7B590F1-5A21-4E95-AC1B-A43E41CFF2DE}"/>
              </a:ext>
            </a:extLst>
          </p:cNvPr>
          <p:cNvSpPr txBox="1"/>
          <p:nvPr/>
        </p:nvSpPr>
        <p:spPr>
          <a:xfrm>
            <a:off x="878542" y="2878552"/>
            <a:ext cx="1703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1"/>
                </a:solidFill>
              </a:rPr>
              <a:t>EFFNET B4 : 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6288187-1F64-4FA3-9F5C-8FA21E19B06D}"/>
              </a:ext>
            </a:extLst>
          </p:cNvPr>
          <p:cNvSpPr txBox="1"/>
          <p:nvPr/>
        </p:nvSpPr>
        <p:spPr>
          <a:xfrm>
            <a:off x="878542" y="4684881"/>
            <a:ext cx="8063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Entrainement couches figées : pas de descente de gradient</a:t>
            </a:r>
          </a:p>
          <a:p>
            <a:r>
              <a:rPr lang="fr-FR" dirty="0"/>
              <a:t>	</a:t>
            </a:r>
            <a:r>
              <a:rPr lang="fr-FR" dirty="0">
                <a:sym typeface="Wingdings" panose="05000000000000000000" pitchFamily="2" charset="2"/>
              </a:rPr>
              <a:t> Eval + </a:t>
            </a:r>
            <a:r>
              <a:rPr lang="fr-FR" dirty="0" err="1">
                <a:sym typeface="Wingdings" panose="05000000000000000000" pitchFamily="2" charset="2"/>
              </a:rPr>
              <a:t>no_grad</a:t>
            </a:r>
            <a:endParaRPr lang="en-US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783118E-A792-4390-817D-B7DEF3292BA9}"/>
              </a:ext>
            </a:extLst>
          </p:cNvPr>
          <p:cNvSpPr txBox="1"/>
          <p:nvPr/>
        </p:nvSpPr>
        <p:spPr>
          <a:xfrm>
            <a:off x="4235825" y="5716713"/>
            <a:ext cx="3200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FF0000"/>
                </a:solidFill>
              </a:rPr>
              <a:t>Vecteurs 1506 Dimensions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3292BF8A-FF45-4722-BC31-1D03D6553E2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8F8F6"/>
              </a:clrFrom>
              <a:clrTo>
                <a:srgbClr val="F8F8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42841" y="1731411"/>
            <a:ext cx="6786175" cy="2567969"/>
          </a:xfrm>
          <a:prstGeom prst="rect">
            <a:avLst/>
          </a:prstGeom>
        </p:spPr>
      </p:pic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B5958648-85AE-49C6-BDC6-CEE0957F392D}"/>
              </a:ext>
            </a:extLst>
          </p:cNvPr>
          <p:cNvCxnSpPr>
            <a:cxnSpLocks/>
          </p:cNvCxnSpPr>
          <p:nvPr/>
        </p:nvCxnSpPr>
        <p:spPr>
          <a:xfrm flipV="1">
            <a:off x="8602688" y="2439297"/>
            <a:ext cx="526328" cy="595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6DB78D72-283F-4A28-BD5D-40B7DFCD62D1}"/>
              </a:ext>
            </a:extLst>
          </p:cNvPr>
          <p:cNvSpPr txBox="1"/>
          <p:nvPr/>
        </p:nvSpPr>
        <p:spPr>
          <a:xfrm>
            <a:off x="8642350" y="1636451"/>
            <a:ext cx="13584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désactive aléatoirement 40% de neurones à chaque </a:t>
            </a:r>
            <a:r>
              <a:rPr lang="fr-FR" sz="1000" dirty="0" err="1"/>
              <a:t>forward</a:t>
            </a:r>
            <a:r>
              <a:rPr lang="fr-FR" sz="1000" dirty="0"/>
              <a:t> </a:t>
            </a:r>
            <a:r>
              <a:rPr lang="fr-FR" sz="1000" dirty="0" err="1"/>
              <a:t>pass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4048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Reduction de dimension – PCA RESNET 50</a:t>
            </a:r>
            <a:endParaRPr lang="en-US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E6A7BE1-D8E5-4F28-8D17-B3E8ED1FE625}"/>
              </a:ext>
            </a:extLst>
          </p:cNvPr>
          <p:cNvSpPr txBox="1"/>
          <p:nvPr/>
        </p:nvSpPr>
        <p:spPr>
          <a:xfrm>
            <a:off x="4101603" y="5692151"/>
            <a:ext cx="3200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FF0000"/>
                </a:solidFill>
              </a:rPr>
              <a:t>2048 </a:t>
            </a:r>
            <a:r>
              <a:rPr lang="fr-FR" dirty="0">
                <a:solidFill>
                  <a:srgbClr val="FF0000"/>
                </a:solidFill>
                <a:sym typeface="Wingdings" panose="05000000000000000000" pitchFamily="2" charset="2"/>
              </a:rPr>
              <a:t> 658 </a:t>
            </a:r>
            <a:r>
              <a:rPr lang="fr-FR" dirty="0" err="1">
                <a:solidFill>
                  <a:srgbClr val="FF0000"/>
                </a:solidFill>
                <a:sym typeface="Wingdings" panose="05000000000000000000" pitchFamily="2" charset="2"/>
              </a:rPr>
              <a:t>Features</a:t>
            </a:r>
            <a:endParaRPr lang="fr-FR" dirty="0">
              <a:solidFill>
                <a:srgbClr val="FF0000"/>
              </a:solidFill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BEC1727-79A5-40B2-BBA3-C062D0F36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260" y="1574889"/>
            <a:ext cx="7484552" cy="370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745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Reduction de dimension – PCA EFNET 4B</a:t>
            </a:r>
            <a:endParaRPr lang="en-US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E6A7BE1-D8E5-4F28-8D17-B3E8ED1FE625}"/>
              </a:ext>
            </a:extLst>
          </p:cNvPr>
          <p:cNvSpPr txBox="1"/>
          <p:nvPr/>
        </p:nvSpPr>
        <p:spPr>
          <a:xfrm>
            <a:off x="4101603" y="5692151"/>
            <a:ext cx="3200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00B050"/>
                </a:solidFill>
              </a:rPr>
              <a:t>1506 </a:t>
            </a:r>
            <a:r>
              <a:rPr lang="fr-FR" dirty="0">
                <a:solidFill>
                  <a:srgbClr val="00B050"/>
                </a:solidFill>
                <a:sym typeface="Wingdings" panose="05000000000000000000" pitchFamily="2" charset="2"/>
              </a:rPr>
              <a:t> 379 </a:t>
            </a:r>
            <a:r>
              <a:rPr lang="fr-FR" dirty="0" err="1">
                <a:solidFill>
                  <a:srgbClr val="00B050"/>
                </a:solidFill>
                <a:sym typeface="Wingdings" panose="05000000000000000000" pitchFamily="2" charset="2"/>
              </a:rPr>
              <a:t>Features</a:t>
            </a:r>
            <a:endParaRPr lang="fr-FR" dirty="0">
              <a:solidFill>
                <a:srgbClr val="00B050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F76177C-538B-4917-862A-866501B2F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749" y="1575000"/>
            <a:ext cx="7484106" cy="37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68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Clustering – </a:t>
            </a:r>
            <a:r>
              <a:rPr lang="fr-FR" dirty="0" err="1"/>
              <a:t>Kmeans</a:t>
            </a:r>
            <a:r>
              <a:rPr lang="fr-FR" dirty="0"/>
              <a:t> RESNET 50</a:t>
            </a:r>
            <a:endParaRPr lang="en-US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E6A7BE1-D8E5-4F28-8D17-B3E8ED1FE625}"/>
              </a:ext>
            </a:extLst>
          </p:cNvPr>
          <p:cNvSpPr txBox="1"/>
          <p:nvPr/>
        </p:nvSpPr>
        <p:spPr>
          <a:xfrm>
            <a:off x="9807388" y="2991799"/>
            <a:ext cx="1990413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FF0000"/>
                </a:solidFill>
                <a:sym typeface="Wingdings" panose="05000000000000000000" pitchFamily="2" charset="2"/>
              </a:rPr>
              <a:t>658 </a:t>
            </a:r>
            <a:r>
              <a:rPr lang="fr-FR" dirty="0" err="1">
                <a:solidFill>
                  <a:srgbClr val="FF0000"/>
                </a:solidFill>
                <a:sym typeface="Wingdings" panose="05000000000000000000" pitchFamily="2" charset="2"/>
              </a:rPr>
              <a:t>Features</a:t>
            </a:r>
            <a:r>
              <a:rPr lang="fr-FR" dirty="0">
                <a:solidFill>
                  <a:srgbClr val="FF0000"/>
                </a:solidFill>
                <a:sym typeface="Wingdings" panose="05000000000000000000" pitchFamily="2" charset="2"/>
              </a:rPr>
              <a:t>  2</a:t>
            </a:r>
            <a:endParaRPr lang="fr-FR" dirty="0">
              <a:solidFill>
                <a:srgbClr val="FF0000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EF2159B-00FA-4294-9A7D-ACEC176F2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010" y="1620680"/>
            <a:ext cx="5795344" cy="4043264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3BF1F90F-6D4E-4314-B3DB-1B36468A67E4}"/>
              </a:ext>
            </a:extLst>
          </p:cNvPr>
          <p:cNvSpPr txBox="1"/>
          <p:nvPr/>
        </p:nvSpPr>
        <p:spPr>
          <a:xfrm>
            <a:off x="5137754" y="5795611"/>
            <a:ext cx="3204882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Adjusted Rand Index (ARI) : 0.24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733D8CC-43CD-45AC-8BD8-AF93425CC62B}"/>
              </a:ext>
            </a:extLst>
          </p:cNvPr>
          <p:cNvSpPr txBox="1"/>
          <p:nvPr/>
        </p:nvSpPr>
        <p:spPr>
          <a:xfrm>
            <a:off x="636993" y="2411506"/>
            <a:ext cx="259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Visualisation via TSNE</a:t>
            </a:r>
          </a:p>
          <a:p>
            <a:r>
              <a:rPr lang="fr-FR" sz="1400" dirty="0" err="1"/>
              <a:t>Perplexity</a:t>
            </a:r>
            <a:r>
              <a:rPr lang="fr-FR" sz="1400" dirty="0"/>
              <a:t> =30 (50 idem)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80644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Clustering – </a:t>
            </a:r>
            <a:r>
              <a:rPr lang="fr-FR" dirty="0" err="1"/>
              <a:t>Kmeans</a:t>
            </a:r>
            <a:r>
              <a:rPr lang="fr-FR" dirty="0"/>
              <a:t> </a:t>
            </a:r>
            <a:r>
              <a:rPr lang="fr-FR" dirty="0">
                <a:solidFill>
                  <a:srgbClr val="00B050"/>
                </a:solidFill>
              </a:rPr>
              <a:t>EFNET 4B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E6A7BE1-D8E5-4F28-8D17-B3E8ED1FE625}"/>
              </a:ext>
            </a:extLst>
          </p:cNvPr>
          <p:cNvSpPr txBox="1"/>
          <p:nvPr/>
        </p:nvSpPr>
        <p:spPr>
          <a:xfrm>
            <a:off x="9726705" y="2973869"/>
            <a:ext cx="1990413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FF0000"/>
                </a:solidFill>
                <a:sym typeface="Wingdings" panose="05000000000000000000" pitchFamily="2" charset="2"/>
              </a:rPr>
              <a:t>379 </a:t>
            </a:r>
            <a:r>
              <a:rPr lang="fr-FR" dirty="0" err="1">
                <a:solidFill>
                  <a:srgbClr val="FF0000"/>
                </a:solidFill>
                <a:sym typeface="Wingdings" panose="05000000000000000000" pitchFamily="2" charset="2"/>
              </a:rPr>
              <a:t>Features</a:t>
            </a:r>
            <a:r>
              <a:rPr lang="fr-FR" dirty="0">
                <a:solidFill>
                  <a:srgbClr val="FF0000"/>
                </a:solidFill>
                <a:sym typeface="Wingdings" panose="05000000000000000000" pitchFamily="2" charset="2"/>
              </a:rPr>
              <a:t>  2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BF1F90F-6D4E-4314-B3DB-1B36468A67E4}"/>
              </a:ext>
            </a:extLst>
          </p:cNvPr>
          <p:cNvSpPr txBox="1"/>
          <p:nvPr/>
        </p:nvSpPr>
        <p:spPr>
          <a:xfrm>
            <a:off x="5137754" y="5795611"/>
            <a:ext cx="3204882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Adjusted Rand Index (ARI) : 0.33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733D8CC-43CD-45AC-8BD8-AF93425CC62B}"/>
              </a:ext>
            </a:extLst>
          </p:cNvPr>
          <p:cNvSpPr txBox="1"/>
          <p:nvPr/>
        </p:nvSpPr>
        <p:spPr>
          <a:xfrm>
            <a:off x="636993" y="2411506"/>
            <a:ext cx="259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Visualisation via TSNE</a:t>
            </a:r>
          </a:p>
          <a:p>
            <a:r>
              <a:rPr lang="fr-FR" sz="1400" dirty="0" err="1"/>
              <a:t>Perplexity</a:t>
            </a:r>
            <a:r>
              <a:rPr lang="fr-FR" sz="1400" dirty="0"/>
              <a:t> =30 (50 idem)</a:t>
            </a:r>
            <a:endParaRPr lang="en-US" sz="14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9A0F761-A9C5-4C46-B4EA-6E2CCFE46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3754" y="1565230"/>
            <a:ext cx="5794680" cy="404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177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Clustering – </a:t>
            </a:r>
            <a:r>
              <a:rPr lang="fr-FR" dirty="0" err="1">
                <a:solidFill>
                  <a:srgbClr val="00B050"/>
                </a:solidFill>
              </a:rPr>
              <a:t>Gaussian</a:t>
            </a:r>
            <a:r>
              <a:rPr lang="fr-FR" dirty="0">
                <a:solidFill>
                  <a:srgbClr val="00B050"/>
                </a:solidFill>
              </a:rPr>
              <a:t> Mixture </a:t>
            </a:r>
            <a:r>
              <a:rPr lang="fr-FR" dirty="0" err="1">
                <a:solidFill>
                  <a:srgbClr val="00B050"/>
                </a:solidFill>
              </a:rPr>
              <a:t>Models</a:t>
            </a:r>
            <a:r>
              <a:rPr lang="fr-FR" dirty="0"/>
              <a:t> </a:t>
            </a:r>
            <a:r>
              <a:rPr lang="fr-FR" dirty="0">
                <a:solidFill>
                  <a:srgbClr val="00B050"/>
                </a:solidFill>
              </a:rPr>
              <a:t>EFNET 4B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E6A7BE1-D8E5-4F28-8D17-B3E8ED1FE625}"/>
              </a:ext>
            </a:extLst>
          </p:cNvPr>
          <p:cNvSpPr txBox="1"/>
          <p:nvPr/>
        </p:nvSpPr>
        <p:spPr>
          <a:xfrm>
            <a:off x="9726705" y="2973869"/>
            <a:ext cx="1990413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FF0000"/>
                </a:solidFill>
                <a:sym typeface="Wingdings" panose="05000000000000000000" pitchFamily="2" charset="2"/>
              </a:rPr>
              <a:t>379 </a:t>
            </a:r>
            <a:r>
              <a:rPr lang="fr-FR" dirty="0" err="1">
                <a:solidFill>
                  <a:srgbClr val="FF0000"/>
                </a:solidFill>
                <a:sym typeface="Wingdings" panose="05000000000000000000" pitchFamily="2" charset="2"/>
              </a:rPr>
              <a:t>Features</a:t>
            </a:r>
            <a:r>
              <a:rPr lang="fr-FR" dirty="0">
                <a:solidFill>
                  <a:srgbClr val="FF0000"/>
                </a:solidFill>
                <a:sym typeface="Wingdings" panose="05000000000000000000" pitchFamily="2" charset="2"/>
              </a:rPr>
              <a:t>  2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BF1F90F-6D4E-4314-B3DB-1B36468A67E4}"/>
              </a:ext>
            </a:extLst>
          </p:cNvPr>
          <p:cNvSpPr txBox="1"/>
          <p:nvPr/>
        </p:nvSpPr>
        <p:spPr>
          <a:xfrm>
            <a:off x="5137754" y="5795611"/>
            <a:ext cx="3204882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Adjusted Rand Index (ARI) : 0.31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733D8CC-43CD-45AC-8BD8-AF93425CC62B}"/>
              </a:ext>
            </a:extLst>
          </p:cNvPr>
          <p:cNvSpPr txBox="1"/>
          <p:nvPr/>
        </p:nvSpPr>
        <p:spPr>
          <a:xfrm>
            <a:off x="636993" y="2411506"/>
            <a:ext cx="259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Visualisation via TSNE</a:t>
            </a:r>
          </a:p>
          <a:p>
            <a:r>
              <a:rPr lang="fr-FR" sz="1400" dirty="0" err="1"/>
              <a:t>Perplexity</a:t>
            </a:r>
            <a:r>
              <a:rPr lang="fr-FR" sz="1400" dirty="0"/>
              <a:t> =30 (50 idem)</a:t>
            </a:r>
            <a:endParaRPr lang="en-US" sz="14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8A17DE8-F4A0-4640-A174-3D64CCC27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909" y="1617150"/>
            <a:ext cx="5794680" cy="404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012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Clustering – </a:t>
            </a:r>
            <a:r>
              <a:rPr lang="fr-FR" dirty="0" err="1">
                <a:solidFill>
                  <a:srgbClr val="00B050"/>
                </a:solidFill>
              </a:rPr>
              <a:t>Gaussian</a:t>
            </a:r>
            <a:r>
              <a:rPr lang="fr-FR" dirty="0">
                <a:solidFill>
                  <a:srgbClr val="00B050"/>
                </a:solidFill>
              </a:rPr>
              <a:t> Mixture </a:t>
            </a:r>
            <a:r>
              <a:rPr lang="fr-FR" dirty="0" err="1">
                <a:solidFill>
                  <a:srgbClr val="00B050"/>
                </a:solidFill>
              </a:rPr>
              <a:t>Models</a:t>
            </a:r>
            <a:r>
              <a:rPr lang="fr-FR" dirty="0"/>
              <a:t> </a:t>
            </a:r>
            <a:r>
              <a:rPr lang="fr-FR" dirty="0">
                <a:solidFill>
                  <a:srgbClr val="00B050"/>
                </a:solidFill>
              </a:rPr>
              <a:t>EFNET 4B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E6A7BE1-D8E5-4F28-8D17-B3E8ED1FE625}"/>
              </a:ext>
            </a:extLst>
          </p:cNvPr>
          <p:cNvSpPr txBox="1"/>
          <p:nvPr/>
        </p:nvSpPr>
        <p:spPr>
          <a:xfrm>
            <a:off x="9726705" y="2973869"/>
            <a:ext cx="1990413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FF0000"/>
                </a:solidFill>
                <a:sym typeface="Wingdings" panose="05000000000000000000" pitchFamily="2" charset="2"/>
              </a:rPr>
              <a:t>379 </a:t>
            </a:r>
            <a:r>
              <a:rPr lang="fr-FR" dirty="0" err="1">
                <a:solidFill>
                  <a:srgbClr val="FF0000"/>
                </a:solidFill>
                <a:sym typeface="Wingdings" panose="05000000000000000000" pitchFamily="2" charset="2"/>
              </a:rPr>
              <a:t>Features</a:t>
            </a:r>
            <a:r>
              <a:rPr lang="fr-FR" dirty="0">
                <a:solidFill>
                  <a:srgbClr val="FF0000"/>
                </a:solidFill>
                <a:sym typeface="Wingdings" panose="05000000000000000000" pitchFamily="2" charset="2"/>
              </a:rPr>
              <a:t>  2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BF1F90F-6D4E-4314-B3DB-1B36468A67E4}"/>
              </a:ext>
            </a:extLst>
          </p:cNvPr>
          <p:cNvSpPr txBox="1"/>
          <p:nvPr/>
        </p:nvSpPr>
        <p:spPr>
          <a:xfrm>
            <a:off x="5137754" y="5795611"/>
            <a:ext cx="3204882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Adjusted Rand Index (ARI) : 0.31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733D8CC-43CD-45AC-8BD8-AF93425CC62B}"/>
              </a:ext>
            </a:extLst>
          </p:cNvPr>
          <p:cNvSpPr txBox="1"/>
          <p:nvPr/>
        </p:nvSpPr>
        <p:spPr>
          <a:xfrm>
            <a:off x="636993" y="2411506"/>
            <a:ext cx="259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Visualisation via TSNE</a:t>
            </a:r>
          </a:p>
          <a:p>
            <a:r>
              <a:rPr lang="fr-FR" sz="1400" dirty="0" err="1"/>
              <a:t>Perplexity</a:t>
            </a:r>
            <a:r>
              <a:rPr lang="fr-FR" sz="1400" dirty="0"/>
              <a:t> =30 (50 idem)</a:t>
            </a:r>
            <a:endParaRPr lang="en-US" sz="14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8A17DE8-F4A0-4640-A174-3D64CCC27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909" y="1617150"/>
            <a:ext cx="5794680" cy="40428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0507020-C4D3-4DD8-81EE-39790C088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909" y="1617150"/>
            <a:ext cx="5794680" cy="404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541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B1CB1A9-0A80-47A9-89F1-A7AEA2A98B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FDC94083-765D-40CB-BDE5-7C33DCD59A4E}"/>
              </a:ext>
            </a:extLst>
          </p:cNvPr>
          <p:cNvSpPr txBox="1">
            <a:spLocks/>
          </p:cNvSpPr>
          <p:nvPr/>
        </p:nvSpPr>
        <p:spPr>
          <a:xfrm>
            <a:off x="1033241" y="1816100"/>
            <a:ext cx="10404918" cy="272415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br>
              <a:rPr lang="fr-FR" dirty="0"/>
            </a:br>
            <a:r>
              <a:rPr lang="fr-FR" dirty="0">
                <a:solidFill>
                  <a:schemeClr val="tx1"/>
                </a:solidFill>
              </a:rPr>
              <a:t>TEST SET 100 Labels</a:t>
            </a:r>
            <a:br>
              <a:rPr lang="fr-FR" dirty="0"/>
            </a:br>
            <a:r>
              <a:rPr lang="fr-FR" sz="4400" dirty="0"/>
              <a:t>Non supervisé </a:t>
            </a:r>
            <a:br>
              <a:rPr lang="fr-FR" sz="4400" dirty="0"/>
            </a:br>
            <a:r>
              <a:rPr lang="fr-FR" sz="3200" dirty="0">
                <a:solidFill>
                  <a:srgbClr val="FF0000"/>
                </a:solidFill>
              </a:rPr>
              <a:t>VS</a:t>
            </a:r>
            <a:br>
              <a:rPr lang="fr-FR" sz="4400" dirty="0"/>
            </a:br>
            <a:r>
              <a:rPr lang="fr-FR" sz="4400" dirty="0"/>
              <a:t> Semi supervisé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7553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Clustering – </a:t>
            </a:r>
            <a:r>
              <a:rPr lang="fr-FR" dirty="0" err="1"/>
              <a:t>Kmeans</a:t>
            </a:r>
            <a:r>
              <a:rPr lang="fr-FR" dirty="0"/>
              <a:t> RESNET50</a:t>
            </a:r>
            <a:endParaRPr lang="en-US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A11498B-DF40-497E-861C-A23605A3C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1" y="2411351"/>
            <a:ext cx="7874792" cy="3170232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625C2718-57EC-4A32-AE04-DC0EB2FAA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363" y="768651"/>
            <a:ext cx="3892120" cy="3072727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2D6349C6-0A41-4A22-960B-061AF25968E3}"/>
              </a:ext>
            </a:extLst>
          </p:cNvPr>
          <p:cNvSpPr txBox="1"/>
          <p:nvPr/>
        </p:nvSpPr>
        <p:spPr>
          <a:xfrm>
            <a:off x="627529" y="1990165"/>
            <a:ext cx="5127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Exemples sur le train set: </a:t>
            </a:r>
            <a:endParaRPr lang="en-US" dirty="0"/>
          </a:p>
        </p:txBody>
      </p:sp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6DAEBA64-A28E-4D8D-9CD1-08A02D456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9918748"/>
              </p:ext>
            </p:extLst>
          </p:nvPr>
        </p:nvGraphicFramePr>
        <p:xfrm>
          <a:off x="8818283" y="4151555"/>
          <a:ext cx="26565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9651">
                  <a:extLst>
                    <a:ext uri="{9D8B030D-6E8A-4147-A177-3AD203B41FA5}">
                      <a16:colId xmlns:a16="http://schemas.microsoft.com/office/drawing/2014/main" val="4073295830"/>
                    </a:ext>
                  </a:extLst>
                </a:gridCol>
                <a:gridCol w="1206888">
                  <a:extLst>
                    <a:ext uri="{9D8B030D-6E8A-4147-A177-3AD203B41FA5}">
                      <a16:colId xmlns:a16="http://schemas.microsoft.com/office/drawing/2014/main" val="3447835157"/>
                    </a:ext>
                  </a:extLst>
                </a:gridCol>
              </a:tblGrid>
              <a:tr h="236425">
                <a:tc>
                  <a:txBody>
                    <a:bodyPr/>
                    <a:lstStyle/>
                    <a:p>
                      <a:r>
                        <a:rPr lang="fr-FR" dirty="0"/>
                        <a:t>Métrique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Valeur %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2565744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dirty="0" err="1"/>
                        <a:t>Accuracy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75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6638521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dirty="0" err="1"/>
                        <a:t>Precision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93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6292043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dirty="0" err="1"/>
                        <a:t>Recall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54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2907605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dirty="0"/>
                        <a:t>F1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68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5506803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dirty="0"/>
                        <a:t>F2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59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7465175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dirty="0"/>
                        <a:t>ARI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24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05225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9575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Clustering – </a:t>
            </a:r>
            <a:r>
              <a:rPr lang="fr-FR" dirty="0" err="1"/>
              <a:t>Kmeans</a:t>
            </a:r>
            <a:r>
              <a:rPr lang="fr-FR" dirty="0"/>
              <a:t> EFNET B4</a:t>
            </a:r>
            <a:endParaRPr lang="en-US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D6349C6-0A41-4A22-960B-061AF25968E3}"/>
              </a:ext>
            </a:extLst>
          </p:cNvPr>
          <p:cNvSpPr txBox="1"/>
          <p:nvPr/>
        </p:nvSpPr>
        <p:spPr>
          <a:xfrm>
            <a:off x="627529" y="1990165"/>
            <a:ext cx="5127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Exemples sur le train set: </a:t>
            </a:r>
            <a:endParaRPr lang="en-US" dirty="0"/>
          </a:p>
        </p:txBody>
      </p:sp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6DAEBA64-A28E-4D8D-9CD1-08A02D456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79031"/>
              </p:ext>
            </p:extLst>
          </p:nvPr>
        </p:nvGraphicFramePr>
        <p:xfrm>
          <a:off x="8818283" y="4151555"/>
          <a:ext cx="26565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9651">
                  <a:extLst>
                    <a:ext uri="{9D8B030D-6E8A-4147-A177-3AD203B41FA5}">
                      <a16:colId xmlns:a16="http://schemas.microsoft.com/office/drawing/2014/main" val="4073295830"/>
                    </a:ext>
                  </a:extLst>
                </a:gridCol>
                <a:gridCol w="1206888">
                  <a:extLst>
                    <a:ext uri="{9D8B030D-6E8A-4147-A177-3AD203B41FA5}">
                      <a16:colId xmlns:a16="http://schemas.microsoft.com/office/drawing/2014/main" val="3447835157"/>
                    </a:ext>
                  </a:extLst>
                </a:gridCol>
              </a:tblGrid>
              <a:tr h="236425">
                <a:tc>
                  <a:txBody>
                    <a:bodyPr/>
                    <a:lstStyle/>
                    <a:p>
                      <a:r>
                        <a:rPr lang="fr-FR" dirty="0"/>
                        <a:t>Métrique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Valeur %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2565744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dirty="0" err="1"/>
                        <a:t>Accuracy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79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6638521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dirty="0" err="1"/>
                        <a:t>Precision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84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6292043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dirty="0" err="1"/>
                        <a:t>Recall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72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2907605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dirty="0"/>
                        <a:t>F1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77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5506803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dirty="0"/>
                        <a:t>F2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74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7465175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dirty="0"/>
                        <a:t>ARI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33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0522539"/>
                  </a:ext>
                </a:extLst>
              </a:tr>
            </a:tbl>
          </a:graphicData>
        </a:graphic>
      </p:graphicFrame>
      <p:pic>
        <p:nvPicPr>
          <p:cNvPr id="4" name="Image 3">
            <a:extLst>
              <a:ext uri="{FF2B5EF4-FFF2-40B4-BE49-F238E27FC236}">
                <a16:creationId xmlns:a16="http://schemas.microsoft.com/office/drawing/2014/main" id="{BECBB4C8-F611-4260-B440-21DA6BA07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69" y="2419262"/>
            <a:ext cx="7997266" cy="3219538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89B435BF-01F6-430A-AFDF-6AD857792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859" y="843584"/>
            <a:ext cx="3853984" cy="3042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3479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solidFill>
                  <a:schemeClr val="tx1"/>
                </a:solidFill>
              </a:rPr>
              <a:t>NON SUPERVISE</a:t>
            </a:r>
            <a:br>
              <a:rPr lang="fr-FR" dirty="0"/>
            </a:br>
            <a:r>
              <a:rPr lang="fr-FR" dirty="0"/>
              <a:t>Clustering – GMM EFNET B4</a:t>
            </a:r>
            <a:endParaRPr lang="en-US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D6349C6-0A41-4A22-960B-061AF25968E3}"/>
              </a:ext>
            </a:extLst>
          </p:cNvPr>
          <p:cNvSpPr txBox="1"/>
          <p:nvPr/>
        </p:nvSpPr>
        <p:spPr>
          <a:xfrm>
            <a:off x="627529" y="1990165"/>
            <a:ext cx="5127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Exemples sur le train set: </a:t>
            </a:r>
            <a:endParaRPr lang="en-US" dirty="0"/>
          </a:p>
        </p:txBody>
      </p:sp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6DAEBA64-A28E-4D8D-9CD1-08A02D456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929089"/>
              </p:ext>
            </p:extLst>
          </p:nvPr>
        </p:nvGraphicFramePr>
        <p:xfrm>
          <a:off x="9067800" y="4028462"/>
          <a:ext cx="26565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9651">
                  <a:extLst>
                    <a:ext uri="{9D8B030D-6E8A-4147-A177-3AD203B41FA5}">
                      <a16:colId xmlns:a16="http://schemas.microsoft.com/office/drawing/2014/main" val="4073295830"/>
                    </a:ext>
                  </a:extLst>
                </a:gridCol>
                <a:gridCol w="1206888">
                  <a:extLst>
                    <a:ext uri="{9D8B030D-6E8A-4147-A177-3AD203B41FA5}">
                      <a16:colId xmlns:a16="http://schemas.microsoft.com/office/drawing/2014/main" val="3447835157"/>
                    </a:ext>
                  </a:extLst>
                </a:gridCol>
              </a:tblGrid>
              <a:tr h="236425">
                <a:tc>
                  <a:txBody>
                    <a:bodyPr/>
                    <a:lstStyle/>
                    <a:p>
                      <a:r>
                        <a:rPr lang="fr-FR" dirty="0"/>
                        <a:t>Métrique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Valeur %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2565744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dirty="0" err="1"/>
                        <a:t>Accuracy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78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6638521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b="0" dirty="0" err="1"/>
                        <a:t>Precision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dirty="0"/>
                        <a:t>79</a:t>
                      </a:r>
                      <a:endParaRPr lang="en-US" sz="14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6292043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b="1" dirty="0" err="1"/>
                        <a:t>Recall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/>
                        <a:t>76</a:t>
                      </a:r>
                      <a:endParaRPr 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2907605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dirty="0"/>
                        <a:t>F1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78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5506803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b="1" dirty="0"/>
                        <a:t>F2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/>
                        <a:t>77</a:t>
                      </a:r>
                      <a:endParaRPr 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7465175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b="1" dirty="0"/>
                        <a:t>ARI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/>
                        <a:t>31</a:t>
                      </a:r>
                      <a:endParaRPr 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0522539"/>
                  </a:ext>
                </a:extLst>
              </a:tr>
            </a:tbl>
          </a:graphicData>
        </a:graphic>
      </p:graphicFrame>
      <p:pic>
        <p:nvPicPr>
          <p:cNvPr id="8" name="Image 7">
            <a:extLst>
              <a:ext uri="{FF2B5EF4-FFF2-40B4-BE49-F238E27FC236}">
                <a16:creationId xmlns:a16="http://schemas.microsoft.com/office/drawing/2014/main" id="{2BCCEAF2-F568-46C1-BC47-C0352FCD5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2718" y="786698"/>
            <a:ext cx="3642590" cy="295345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6AE48C34-E76F-4866-9344-E3B8B22A1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" y="2419262"/>
            <a:ext cx="7994440" cy="32184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0C5835AC-7CAA-491D-B09B-1810B22F2CD8}"/>
              </a:ext>
            </a:extLst>
          </p:cNvPr>
          <p:cNvSpPr txBox="1"/>
          <p:nvPr/>
        </p:nvSpPr>
        <p:spPr>
          <a:xfrm>
            <a:off x="9067800" y="240268"/>
            <a:ext cx="2717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TEST SET (100 IMAGES)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2006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solidFill>
                  <a:schemeClr val="tx1"/>
                </a:solidFill>
              </a:rPr>
              <a:t>SEMI SUPERVISE</a:t>
            </a:r>
            <a:br>
              <a:rPr lang="fr-FR" dirty="0"/>
            </a:br>
            <a:r>
              <a:rPr lang="fr-FR" dirty="0"/>
              <a:t>Labels faibles clustering + CNN </a:t>
            </a:r>
            <a:endParaRPr lang="en-US" dirty="0"/>
          </a:p>
        </p:txBody>
      </p:sp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6DAEBA64-A28E-4D8D-9CD1-08A02D456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977646"/>
              </p:ext>
            </p:extLst>
          </p:nvPr>
        </p:nvGraphicFramePr>
        <p:xfrm>
          <a:off x="9129061" y="3998033"/>
          <a:ext cx="26565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9651">
                  <a:extLst>
                    <a:ext uri="{9D8B030D-6E8A-4147-A177-3AD203B41FA5}">
                      <a16:colId xmlns:a16="http://schemas.microsoft.com/office/drawing/2014/main" val="4073295830"/>
                    </a:ext>
                  </a:extLst>
                </a:gridCol>
                <a:gridCol w="1206888">
                  <a:extLst>
                    <a:ext uri="{9D8B030D-6E8A-4147-A177-3AD203B41FA5}">
                      <a16:colId xmlns:a16="http://schemas.microsoft.com/office/drawing/2014/main" val="3447835157"/>
                    </a:ext>
                  </a:extLst>
                </a:gridCol>
              </a:tblGrid>
              <a:tr h="236425">
                <a:tc>
                  <a:txBody>
                    <a:bodyPr/>
                    <a:lstStyle/>
                    <a:p>
                      <a:r>
                        <a:rPr lang="fr-FR" dirty="0"/>
                        <a:t>Métrique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Valeur %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2565744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dirty="0" err="1"/>
                        <a:t>Accuracy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80 </a:t>
                      </a:r>
                      <a:r>
                        <a:rPr lang="fr-FR" sz="1400" b="1" dirty="0">
                          <a:solidFill>
                            <a:srgbClr val="00B050"/>
                          </a:solidFill>
                        </a:rPr>
                        <a:t>(+2)</a:t>
                      </a:r>
                      <a:endParaRPr 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6638521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dirty="0" err="1"/>
                        <a:t>Precision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83 </a:t>
                      </a:r>
                      <a:r>
                        <a:rPr lang="fr-FR" sz="1400" b="1" dirty="0">
                          <a:solidFill>
                            <a:srgbClr val="00B050"/>
                          </a:solidFill>
                        </a:rPr>
                        <a:t>(+4)</a:t>
                      </a:r>
                      <a:endParaRPr 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6292043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b="1" dirty="0" err="1"/>
                        <a:t>Recall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/>
                        <a:t>76 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2907605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dirty="0"/>
                        <a:t>F1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79 </a:t>
                      </a:r>
                      <a:r>
                        <a:rPr lang="fr-FR" sz="14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(+1)</a:t>
                      </a:r>
                      <a:endParaRPr lang="en-US" sz="14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5506803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b="1" dirty="0"/>
                        <a:t>F2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/>
                        <a:t>77</a:t>
                      </a:r>
                      <a:endParaRPr lang="en-US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7465175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b="1" dirty="0"/>
                        <a:t>ARI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/>
                        <a:t>35 </a:t>
                      </a:r>
                      <a:r>
                        <a:rPr lang="fr-FR" sz="14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(+4)</a:t>
                      </a:r>
                      <a:endParaRPr lang="en-US" sz="14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0522539"/>
                  </a:ext>
                </a:extLst>
              </a:tr>
            </a:tbl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DF7A9AFC-4FAF-446B-A3BF-B3AF8052B5DC}"/>
              </a:ext>
            </a:extLst>
          </p:cNvPr>
          <p:cNvSpPr txBox="1"/>
          <p:nvPr/>
        </p:nvSpPr>
        <p:spPr>
          <a:xfrm>
            <a:off x="215900" y="1930400"/>
            <a:ext cx="996035" cy="8172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 err="1"/>
              <a:t>Conv</a:t>
            </a:r>
            <a:r>
              <a:rPr lang="fr-FR" sz="1050" dirty="0"/>
              <a:t> 2d</a:t>
            </a:r>
          </a:p>
          <a:p>
            <a:pPr algn="ctr"/>
            <a:r>
              <a:rPr lang="fr-FR" sz="1050" dirty="0"/>
              <a:t>3 </a:t>
            </a:r>
            <a:r>
              <a:rPr lang="fr-FR" sz="1050" dirty="0">
                <a:sym typeface="Wingdings" panose="05000000000000000000" pitchFamily="2" charset="2"/>
              </a:rPr>
              <a:t> 32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3x3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BN + </a:t>
            </a:r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en-US" sz="105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FD9C790-A024-4175-B567-54FFA7E6ED3F}"/>
              </a:ext>
            </a:extLst>
          </p:cNvPr>
          <p:cNvSpPr txBox="1"/>
          <p:nvPr/>
        </p:nvSpPr>
        <p:spPr>
          <a:xfrm>
            <a:off x="1471907" y="2904502"/>
            <a:ext cx="1109995" cy="8172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 err="1"/>
              <a:t>Conv</a:t>
            </a:r>
            <a:r>
              <a:rPr lang="fr-FR" sz="1050" dirty="0"/>
              <a:t> 2d</a:t>
            </a:r>
          </a:p>
          <a:p>
            <a:pPr algn="ctr"/>
            <a:r>
              <a:rPr lang="fr-FR" sz="1050" dirty="0"/>
              <a:t>32 </a:t>
            </a:r>
            <a:r>
              <a:rPr lang="fr-FR" sz="1050" dirty="0">
                <a:sym typeface="Wingdings" panose="05000000000000000000" pitchFamily="2" charset="2"/>
              </a:rPr>
              <a:t> 64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3x3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BN + </a:t>
            </a:r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en-US" sz="105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347A007-A47F-43D0-B636-7AA806765533}"/>
              </a:ext>
            </a:extLst>
          </p:cNvPr>
          <p:cNvSpPr txBox="1"/>
          <p:nvPr/>
        </p:nvSpPr>
        <p:spPr>
          <a:xfrm>
            <a:off x="1528888" y="2117685"/>
            <a:ext cx="996035" cy="45970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MaxPool2D</a:t>
            </a:r>
          </a:p>
          <a:p>
            <a:pPr algn="ctr"/>
            <a:r>
              <a:rPr lang="fr-FR" sz="1050" dirty="0"/>
              <a:t>224 </a:t>
            </a:r>
            <a:r>
              <a:rPr lang="fr-FR" sz="1050" dirty="0">
                <a:sym typeface="Wingdings" panose="05000000000000000000" pitchFamily="2" charset="2"/>
              </a:rPr>
              <a:t> 112</a:t>
            </a:r>
            <a:endParaRPr lang="en-US" sz="1050" dirty="0"/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27F0259B-FC1F-4CE6-8C1E-AEF30FB7B2D6}"/>
              </a:ext>
            </a:extLst>
          </p:cNvPr>
          <p:cNvCxnSpPr>
            <a:cxnSpLocks/>
            <a:stCxn id="3" idx="3"/>
            <a:endCxn id="10" idx="1"/>
          </p:cNvCxnSpPr>
          <p:nvPr/>
        </p:nvCxnSpPr>
        <p:spPr>
          <a:xfrm>
            <a:off x="1211935" y="2339023"/>
            <a:ext cx="316953" cy="85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7DCF3E44-F85A-488A-B890-CDA79C04F786}"/>
              </a:ext>
            </a:extLst>
          </p:cNvPr>
          <p:cNvCxnSpPr>
            <a:cxnSpLocks/>
            <a:stCxn id="10" idx="2"/>
            <a:endCxn id="8" idx="0"/>
          </p:cNvCxnSpPr>
          <p:nvPr/>
        </p:nvCxnSpPr>
        <p:spPr>
          <a:xfrm flipH="1">
            <a:off x="2026905" y="2577385"/>
            <a:ext cx="1" cy="32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>
            <a:extLst>
              <a:ext uri="{FF2B5EF4-FFF2-40B4-BE49-F238E27FC236}">
                <a16:creationId xmlns:a16="http://schemas.microsoft.com/office/drawing/2014/main" id="{5FE6EEE8-53A9-4BE1-A763-6AE38AC9A0D1}"/>
              </a:ext>
            </a:extLst>
          </p:cNvPr>
          <p:cNvSpPr txBox="1"/>
          <p:nvPr/>
        </p:nvSpPr>
        <p:spPr>
          <a:xfrm>
            <a:off x="2853018" y="3869702"/>
            <a:ext cx="1109995" cy="8172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 err="1"/>
              <a:t>Conv</a:t>
            </a:r>
            <a:r>
              <a:rPr lang="fr-FR" sz="1050" dirty="0"/>
              <a:t> 2d</a:t>
            </a:r>
          </a:p>
          <a:p>
            <a:pPr algn="ctr"/>
            <a:r>
              <a:rPr lang="fr-FR" sz="1050" dirty="0"/>
              <a:t>64 </a:t>
            </a:r>
            <a:r>
              <a:rPr lang="fr-FR" sz="1050" dirty="0">
                <a:sym typeface="Wingdings" panose="05000000000000000000" pitchFamily="2" charset="2"/>
              </a:rPr>
              <a:t> 128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3x3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BN + </a:t>
            </a:r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en-US" sz="1050" dirty="0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45022854-83DF-44E2-A204-1A17B2FE60AA}"/>
              </a:ext>
            </a:extLst>
          </p:cNvPr>
          <p:cNvSpPr txBox="1"/>
          <p:nvPr/>
        </p:nvSpPr>
        <p:spPr>
          <a:xfrm>
            <a:off x="2909999" y="3082885"/>
            <a:ext cx="996035" cy="45970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MaxPool2D</a:t>
            </a:r>
          </a:p>
          <a:p>
            <a:pPr algn="ctr"/>
            <a:r>
              <a:rPr lang="fr-FR" sz="1050" dirty="0"/>
              <a:t>122 </a:t>
            </a:r>
            <a:r>
              <a:rPr lang="fr-FR" sz="1050" dirty="0">
                <a:sym typeface="Wingdings" panose="05000000000000000000" pitchFamily="2" charset="2"/>
              </a:rPr>
              <a:t> 56</a:t>
            </a:r>
            <a:endParaRPr lang="en-US" sz="1050" dirty="0"/>
          </a:p>
        </p:txBody>
      </p: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69A4C717-7BB6-433E-A7FE-4CFC08004481}"/>
              </a:ext>
            </a:extLst>
          </p:cNvPr>
          <p:cNvCxnSpPr>
            <a:cxnSpLocks/>
            <a:endCxn id="37" idx="1"/>
          </p:cNvCxnSpPr>
          <p:nvPr/>
        </p:nvCxnSpPr>
        <p:spPr>
          <a:xfrm flipV="1">
            <a:off x="2593046" y="3312735"/>
            <a:ext cx="316953" cy="8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2633FE61-FA11-431B-AC5C-7B975698924C}"/>
              </a:ext>
            </a:extLst>
          </p:cNvPr>
          <p:cNvCxnSpPr>
            <a:cxnSpLocks/>
            <a:stCxn id="37" idx="2"/>
            <a:endCxn id="36" idx="0"/>
          </p:cNvCxnSpPr>
          <p:nvPr/>
        </p:nvCxnSpPr>
        <p:spPr>
          <a:xfrm flipH="1">
            <a:off x="3408016" y="3542585"/>
            <a:ext cx="1" cy="32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ZoneTexte 39">
            <a:extLst>
              <a:ext uri="{FF2B5EF4-FFF2-40B4-BE49-F238E27FC236}">
                <a16:creationId xmlns:a16="http://schemas.microsoft.com/office/drawing/2014/main" id="{0D736718-2484-40D0-B746-E77C7CAC98C6}"/>
              </a:ext>
            </a:extLst>
          </p:cNvPr>
          <p:cNvSpPr txBox="1"/>
          <p:nvPr/>
        </p:nvSpPr>
        <p:spPr>
          <a:xfrm>
            <a:off x="4254672" y="4853952"/>
            <a:ext cx="1109995" cy="8172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 err="1"/>
              <a:t>Conv</a:t>
            </a:r>
            <a:r>
              <a:rPr lang="fr-FR" sz="1050" dirty="0"/>
              <a:t> 2d</a:t>
            </a:r>
          </a:p>
          <a:p>
            <a:pPr algn="ctr"/>
            <a:r>
              <a:rPr lang="fr-FR" sz="1050" dirty="0"/>
              <a:t>128 </a:t>
            </a:r>
            <a:r>
              <a:rPr lang="fr-FR" sz="1050" dirty="0">
                <a:sym typeface="Wingdings" panose="05000000000000000000" pitchFamily="2" charset="2"/>
              </a:rPr>
              <a:t> 256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3x3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BN + </a:t>
            </a:r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en-US" sz="1050" dirty="0"/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888DE27D-002C-4004-A96A-8F0C24C554B0}"/>
              </a:ext>
            </a:extLst>
          </p:cNvPr>
          <p:cNvSpPr txBox="1"/>
          <p:nvPr/>
        </p:nvSpPr>
        <p:spPr>
          <a:xfrm>
            <a:off x="4311653" y="4067135"/>
            <a:ext cx="996035" cy="45970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MaxPool2D</a:t>
            </a:r>
          </a:p>
          <a:p>
            <a:pPr algn="ctr"/>
            <a:r>
              <a:rPr lang="fr-FR" sz="1050" dirty="0"/>
              <a:t>56 </a:t>
            </a:r>
            <a:r>
              <a:rPr lang="fr-FR" sz="1050" dirty="0">
                <a:sym typeface="Wingdings" panose="05000000000000000000" pitchFamily="2" charset="2"/>
              </a:rPr>
              <a:t> 28</a:t>
            </a:r>
            <a:endParaRPr lang="en-US" sz="1050" dirty="0"/>
          </a:p>
        </p:txBody>
      </p: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C386915B-61DD-404E-9512-EBE6DD4D28E7}"/>
              </a:ext>
            </a:extLst>
          </p:cNvPr>
          <p:cNvCxnSpPr>
            <a:cxnSpLocks/>
            <a:endCxn id="41" idx="1"/>
          </p:cNvCxnSpPr>
          <p:nvPr/>
        </p:nvCxnSpPr>
        <p:spPr>
          <a:xfrm flipV="1">
            <a:off x="3994700" y="4296985"/>
            <a:ext cx="316953" cy="8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E650A520-5529-4BF6-940F-A5682366E857}"/>
              </a:ext>
            </a:extLst>
          </p:cNvPr>
          <p:cNvCxnSpPr>
            <a:cxnSpLocks/>
            <a:stCxn id="41" idx="2"/>
            <a:endCxn id="40" idx="0"/>
          </p:cNvCxnSpPr>
          <p:nvPr/>
        </p:nvCxnSpPr>
        <p:spPr>
          <a:xfrm flipH="1">
            <a:off x="4809670" y="4526835"/>
            <a:ext cx="1" cy="32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145199E9-1F8D-4323-B0F5-5A7AEA5A02A3}"/>
              </a:ext>
            </a:extLst>
          </p:cNvPr>
          <p:cNvSpPr txBox="1"/>
          <p:nvPr/>
        </p:nvSpPr>
        <p:spPr>
          <a:xfrm>
            <a:off x="5642165" y="5844552"/>
            <a:ext cx="1109995" cy="8172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 err="1"/>
              <a:t>Conv</a:t>
            </a:r>
            <a:r>
              <a:rPr lang="fr-FR" sz="1050" dirty="0"/>
              <a:t> 2d</a:t>
            </a:r>
          </a:p>
          <a:p>
            <a:pPr algn="ctr"/>
            <a:r>
              <a:rPr lang="fr-FR" sz="1050" dirty="0"/>
              <a:t>256 </a:t>
            </a:r>
            <a:r>
              <a:rPr lang="fr-FR" sz="1050" dirty="0">
                <a:sym typeface="Wingdings" panose="05000000000000000000" pitchFamily="2" charset="2"/>
              </a:rPr>
              <a:t> 512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3x3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BN + </a:t>
            </a:r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en-US" sz="1050" dirty="0"/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C4493E95-E985-4BDE-B2AB-97834BA334A5}"/>
              </a:ext>
            </a:extLst>
          </p:cNvPr>
          <p:cNvSpPr txBox="1"/>
          <p:nvPr/>
        </p:nvSpPr>
        <p:spPr>
          <a:xfrm>
            <a:off x="5699146" y="5057735"/>
            <a:ext cx="996035" cy="45970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MaxPool2D</a:t>
            </a:r>
          </a:p>
          <a:p>
            <a:pPr algn="ctr"/>
            <a:r>
              <a:rPr lang="fr-FR" sz="1050" dirty="0"/>
              <a:t>28 </a:t>
            </a:r>
            <a:r>
              <a:rPr lang="fr-FR" sz="1050" dirty="0">
                <a:sym typeface="Wingdings" panose="05000000000000000000" pitchFamily="2" charset="2"/>
              </a:rPr>
              <a:t> 14</a:t>
            </a:r>
            <a:endParaRPr lang="en-US" sz="1050" dirty="0"/>
          </a:p>
        </p:txBody>
      </p: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9DA9DE45-2733-43AF-AE88-F596C45DE74D}"/>
              </a:ext>
            </a:extLst>
          </p:cNvPr>
          <p:cNvCxnSpPr>
            <a:cxnSpLocks/>
            <a:endCxn id="45" idx="1"/>
          </p:cNvCxnSpPr>
          <p:nvPr/>
        </p:nvCxnSpPr>
        <p:spPr>
          <a:xfrm flipV="1">
            <a:off x="5382193" y="5287585"/>
            <a:ext cx="316953" cy="8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7A35287C-6EB6-4234-A6B6-AB98299E3760}"/>
              </a:ext>
            </a:extLst>
          </p:cNvPr>
          <p:cNvCxnSpPr>
            <a:cxnSpLocks/>
            <a:stCxn id="45" idx="2"/>
            <a:endCxn id="44" idx="0"/>
          </p:cNvCxnSpPr>
          <p:nvPr/>
        </p:nvCxnSpPr>
        <p:spPr>
          <a:xfrm flipH="1">
            <a:off x="6197163" y="5517435"/>
            <a:ext cx="1" cy="32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ZoneTexte 48">
            <a:extLst>
              <a:ext uri="{FF2B5EF4-FFF2-40B4-BE49-F238E27FC236}">
                <a16:creationId xmlns:a16="http://schemas.microsoft.com/office/drawing/2014/main" id="{A8D44287-11C6-4EBF-9F73-B39AEA340C71}"/>
              </a:ext>
            </a:extLst>
          </p:cNvPr>
          <p:cNvSpPr txBox="1"/>
          <p:nvPr/>
        </p:nvSpPr>
        <p:spPr>
          <a:xfrm>
            <a:off x="7074208" y="6035635"/>
            <a:ext cx="996035" cy="45970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MaxPool2D</a:t>
            </a:r>
          </a:p>
          <a:p>
            <a:pPr algn="ctr"/>
            <a:r>
              <a:rPr lang="fr-FR" sz="1050" dirty="0"/>
              <a:t>14 </a:t>
            </a:r>
            <a:r>
              <a:rPr lang="fr-FR" sz="1050" dirty="0">
                <a:sym typeface="Wingdings" panose="05000000000000000000" pitchFamily="2" charset="2"/>
              </a:rPr>
              <a:t> 7</a:t>
            </a:r>
            <a:endParaRPr lang="en-US" sz="1050" dirty="0"/>
          </a:p>
        </p:txBody>
      </p: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883D4E70-99A1-4DF5-A1A7-7E89266B1355}"/>
              </a:ext>
            </a:extLst>
          </p:cNvPr>
          <p:cNvCxnSpPr>
            <a:cxnSpLocks/>
            <a:endCxn id="49" idx="1"/>
          </p:cNvCxnSpPr>
          <p:nvPr/>
        </p:nvCxnSpPr>
        <p:spPr>
          <a:xfrm flipV="1">
            <a:off x="6757255" y="6265485"/>
            <a:ext cx="316953" cy="8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1ABCA897-3CA7-44CB-9567-9D57A663B814}"/>
              </a:ext>
            </a:extLst>
          </p:cNvPr>
          <p:cNvCxnSpPr>
            <a:cxnSpLocks/>
            <a:stCxn id="49" idx="0"/>
          </p:cNvCxnSpPr>
          <p:nvPr/>
        </p:nvCxnSpPr>
        <p:spPr>
          <a:xfrm flipH="1" flipV="1">
            <a:off x="7572225" y="4686947"/>
            <a:ext cx="1" cy="1348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ZoneTexte 54">
            <a:extLst>
              <a:ext uri="{FF2B5EF4-FFF2-40B4-BE49-F238E27FC236}">
                <a16:creationId xmlns:a16="http://schemas.microsoft.com/office/drawing/2014/main" id="{2E98A92D-D8C8-418C-8D50-70EF4C48D401}"/>
              </a:ext>
            </a:extLst>
          </p:cNvPr>
          <p:cNvSpPr txBox="1"/>
          <p:nvPr/>
        </p:nvSpPr>
        <p:spPr>
          <a:xfrm>
            <a:off x="6157512" y="3321252"/>
            <a:ext cx="1915898" cy="1353562"/>
          </a:xfrm>
          <a:prstGeom prst="round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Global </a:t>
            </a:r>
            <a:r>
              <a:rPr lang="fr-FR" sz="1050" dirty="0" err="1"/>
              <a:t>Average</a:t>
            </a:r>
            <a:r>
              <a:rPr lang="fr-FR" sz="1050" dirty="0"/>
              <a:t> </a:t>
            </a:r>
            <a:r>
              <a:rPr lang="fr-FR" sz="1050" dirty="0" err="1"/>
              <a:t>Pooling</a:t>
            </a:r>
            <a:endParaRPr lang="fr-FR" sz="1050" dirty="0"/>
          </a:p>
          <a:p>
            <a:pPr algn="ctr"/>
            <a:r>
              <a:rPr lang="fr-FR" sz="1050" dirty="0" err="1">
                <a:sym typeface="Wingdings" panose="05000000000000000000" pitchFamily="2" charset="2"/>
              </a:rPr>
              <a:t>Flatten</a:t>
            </a:r>
            <a:endParaRPr lang="fr-FR" sz="1050" dirty="0">
              <a:sym typeface="Wingdings" panose="05000000000000000000" pitchFamily="2" charset="2"/>
            </a:endParaRP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Dropout 0,4</a:t>
            </a:r>
          </a:p>
          <a:p>
            <a:pPr algn="ctr"/>
            <a:r>
              <a:rPr lang="fr-FR" sz="1050" dirty="0" err="1">
                <a:sym typeface="Wingdings" panose="05000000000000000000" pitchFamily="2" charset="2"/>
              </a:rPr>
              <a:t>Linear</a:t>
            </a:r>
            <a:r>
              <a:rPr lang="fr-FR" sz="1050" dirty="0">
                <a:sym typeface="Wingdings" panose="05000000000000000000" pitchFamily="2" charset="2"/>
              </a:rPr>
              <a:t> 512  256</a:t>
            </a:r>
          </a:p>
          <a:p>
            <a:pPr algn="ctr"/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fr-FR" sz="1050" dirty="0">
              <a:sym typeface="Wingdings" panose="05000000000000000000" pitchFamily="2" charset="2"/>
            </a:endParaRP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Dropout 0,4</a:t>
            </a:r>
          </a:p>
          <a:p>
            <a:pPr algn="ctr"/>
            <a:r>
              <a:rPr lang="fr-FR" sz="1050" dirty="0" err="1">
                <a:sym typeface="Wingdings" panose="05000000000000000000" pitchFamily="2" charset="2"/>
              </a:rPr>
              <a:t>Linear</a:t>
            </a:r>
            <a:r>
              <a:rPr lang="fr-FR" sz="1050" dirty="0">
                <a:sym typeface="Wingdings" panose="05000000000000000000" pitchFamily="2" charset="2"/>
              </a:rPr>
              <a:t> 256 2</a:t>
            </a:r>
            <a:endParaRPr lang="en-US" sz="1050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1F2D9E7A-A789-4D30-9BEF-0B4BFB48F2D5}"/>
              </a:ext>
            </a:extLst>
          </p:cNvPr>
          <p:cNvSpPr txBox="1"/>
          <p:nvPr/>
        </p:nvSpPr>
        <p:spPr>
          <a:xfrm>
            <a:off x="1030870" y="5147121"/>
            <a:ext cx="996035" cy="280928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LR 0,001</a:t>
            </a:r>
            <a:endParaRPr lang="en-US" sz="105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46FC88DB-221B-4048-8E0D-41D4E1EADC6F}"/>
              </a:ext>
            </a:extLst>
          </p:cNvPr>
          <p:cNvSpPr txBox="1"/>
          <p:nvPr/>
        </p:nvSpPr>
        <p:spPr>
          <a:xfrm>
            <a:off x="1146958" y="5471132"/>
            <a:ext cx="763859" cy="280928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8 </a:t>
            </a:r>
            <a:r>
              <a:rPr lang="fr-FR" sz="1050" dirty="0" err="1"/>
              <a:t>Epochs</a:t>
            </a:r>
            <a:endParaRPr lang="en-US" sz="105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0BA6D2A-CF77-4F94-BCB2-F29115592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944" y="808351"/>
            <a:ext cx="3513887" cy="2708302"/>
          </a:xfrm>
          <a:prstGeom prst="rect">
            <a:avLst/>
          </a:prstGeom>
        </p:spPr>
      </p:pic>
      <p:sp>
        <p:nvSpPr>
          <p:cNvPr id="30" name="ZoneTexte 29">
            <a:extLst>
              <a:ext uri="{FF2B5EF4-FFF2-40B4-BE49-F238E27FC236}">
                <a16:creationId xmlns:a16="http://schemas.microsoft.com/office/drawing/2014/main" id="{5EA5D666-8493-4024-85BF-344603992635}"/>
              </a:ext>
            </a:extLst>
          </p:cNvPr>
          <p:cNvSpPr txBox="1"/>
          <p:nvPr/>
        </p:nvSpPr>
        <p:spPr>
          <a:xfrm>
            <a:off x="9067800" y="240268"/>
            <a:ext cx="2717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TEST SET (100 IMAGES)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CB5ABF90-A02D-4BC6-8170-ACB702B281F2}"/>
              </a:ext>
            </a:extLst>
          </p:cNvPr>
          <p:cNvCxnSpPr>
            <a:cxnSpLocks/>
          </p:cNvCxnSpPr>
          <p:nvPr/>
        </p:nvCxnSpPr>
        <p:spPr>
          <a:xfrm>
            <a:off x="6883400" y="2813050"/>
            <a:ext cx="0" cy="3746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C82B4436-F9FA-4917-BED1-83A7BAA063B6}"/>
              </a:ext>
            </a:extLst>
          </p:cNvPr>
          <p:cNvSpPr txBox="1"/>
          <p:nvPr/>
        </p:nvSpPr>
        <p:spPr>
          <a:xfrm>
            <a:off x="6197162" y="2162502"/>
            <a:ext cx="1403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5"/>
                </a:solidFill>
              </a:rPr>
              <a:t>Labels faibles</a:t>
            </a:r>
            <a:endParaRPr lang="en-US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84292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SEMI SUPERVISE</a:t>
            </a:r>
            <a:br>
              <a:rPr lang="fr-FR" dirty="0"/>
            </a:br>
            <a:r>
              <a:rPr lang="fr-FR" dirty="0"/>
              <a:t>Labels faibles clustering + CNN </a:t>
            </a:r>
            <a:endParaRPr lang="en-US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D6349C6-0A41-4A22-960B-061AF25968E3}"/>
              </a:ext>
            </a:extLst>
          </p:cNvPr>
          <p:cNvSpPr txBox="1"/>
          <p:nvPr/>
        </p:nvSpPr>
        <p:spPr>
          <a:xfrm>
            <a:off x="627528" y="1990165"/>
            <a:ext cx="78179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EFNET + CNN 2 </a:t>
            </a:r>
            <a:r>
              <a:rPr lang="fr-FR" dirty="0" err="1"/>
              <a:t>Layers</a:t>
            </a:r>
            <a:r>
              <a:rPr lang="fr-FR" dirty="0"/>
              <a:t> « Classifier Head »</a:t>
            </a:r>
            <a:endParaRPr lang="fr-FR" dirty="0">
              <a:sym typeface="Wingdings" panose="05000000000000000000" pitchFamily="2" charset="2"/>
            </a:endParaRPr>
          </a:p>
          <a:p>
            <a:r>
              <a:rPr lang="en-US" dirty="0"/>
              <a:t>--&gt; Loss : </a:t>
            </a:r>
            <a:r>
              <a:rPr lang="en-US" dirty="0" err="1"/>
              <a:t>CrossEntropyLoss</a:t>
            </a:r>
            <a:r>
              <a:rPr lang="en-US" dirty="0"/>
              <a:t>(prediction, </a:t>
            </a:r>
            <a:r>
              <a:rPr lang="en-US" dirty="0" err="1"/>
              <a:t>pseudo_label_GMM</a:t>
            </a:r>
            <a:r>
              <a:rPr lang="en-US" dirty="0"/>
              <a:t>)</a:t>
            </a:r>
          </a:p>
          <a:p>
            <a:endParaRPr lang="fr-FR" dirty="0"/>
          </a:p>
          <a:p>
            <a:endParaRPr lang="en-US" dirty="0"/>
          </a:p>
          <a:p>
            <a:r>
              <a:rPr lang="fr-FR" dirty="0"/>
              <a:t> </a:t>
            </a:r>
            <a:endParaRPr lang="en-US" dirty="0"/>
          </a:p>
        </p:txBody>
      </p:sp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6DAEBA64-A28E-4D8D-9CD1-08A02D456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419087"/>
              </p:ext>
            </p:extLst>
          </p:nvPr>
        </p:nvGraphicFramePr>
        <p:xfrm>
          <a:off x="9015133" y="4113455"/>
          <a:ext cx="26565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9651">
                  <a:extLst>
                    <a:ext uri="{9D8B030D-6E8A-4147-A177-3AD203B41FA5}">
                      <a16:colId xmlns:a16="http://schemas.microsoft.com/office/drawing/2014/main" val="4073295830"/>
                    </a:ext>
                  </a:extLst>
                </a:gridCol>
                <a:gridCol w="1206888">
                  <a:extLst>
                    <a:ext uri="{9D8B030D-6E8A-4147-A177-3AD203B41FA5}">
                      <a16:colId xmlns:a16="http://schemas.microsoft.com/office/drawing/2014/main" val="3447835157"/>
                    </a:ext>
                  </a:extLst>
                </a:gridCol>
              </a:tblGrid>
              <a:tr h="236425">
                <a:tc>
                  <a:txBody>
                    <a:bodyPr/>
                    <a:lstStyle/>
                    <a:p>
                      <a:r>
                        <a:rPr lang="fr-FR" dirty="0"/>
                        <a:t>Métrique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Valeur %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2565744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dirty="0" err="1"/>
                        <a:t>Accuracy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80 </a:t>
                      </a:r>
                      <a:r>
                        <a:rPr lang="fr-FR" sz="1400" b="1" dirty="0">
                          <a:solidFill>
                            <a:srgbClr val="00B050"/>
                          </a:solidFill>
                        </a:rPr>
                        <a:t>(+4)</a:t>
                      </a:r>
                      <a:endParaRPr 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6638521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dirty="0" err="1"/>
                        <a:t>Precision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92 </a:t>
                      </a:r>
                      <a:r>
                        <a:rPr lang="fr-FR" sz="1400" b="1" dirty="0">
                          <a:solidFill>
                            <a:srgbClr val="00B050"/>
                          </a:solidFill>
                        </a:rPr>
                        <a:t>(+13)</a:t>
                      </a:r>
                      <a:endParaRPr 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6292043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dirty="0" err="1"/>
                        <a:t>Recall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66 </a:t>
                      </a:r>
                      <a:r>
                        <a:rPr lang="fr-FR" sz="1400" dirty="0">
                          <a:solidFill>
                            <a:srgbClr val="FF0000"/>
                          </a:solidFill>
                        </a:rPr>
                        <a:t>(-10)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2907605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dirty="0"/>
                        <a:t>F1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77 </a:t>
                      </a:r>
                      <a:r>
                        <a:rPr lang="fr-FR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(-1)</a:t>
                      </a:r>
                      <a:endParaRPr lang="en-US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5506803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b="1" dirty="0"/>
                        <a:t>F2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/>
                        <a:t>70 </a:t>
                      </a:r>
                      <a:r>
                        <a:rPr lang="fr-FR" sz="14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(-7)</a:t>
                      </a:r>
                      <a:endParaRPr lang="en-US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7465175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b="1" dirty="0"/>
                        <a:t>ARI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/>
                        <a:t>35 </a:t>
                      </a:r>
                      <a:r>
                        <a:rPr lang="fr-FR" sz="14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(+4)</a:t>
                      </a:r>
                      <a:endParaRPr lang="en-US" sz="14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0522539"/>
                  </a:ext>
                </a:extLst>
              </a:tr>
            </a:tbl>
          </a:graphicData>
        </a:graphic>
      </p:graphicFrame>
      <p:pic>
        <p:nvPicPr>
          <p:cNvPr id="4" name="Image 3">
            <a:extLst>
              <a:ext uri="{FF2B5EF4-FFF2-40B4-BE49-F238E27FC236}">
                <a16:creationId xmlns:a16="http://schemas.microsoft.com/office/drawing/2014/main" id="{976B8EDA-468C-465F-852F-BDECF3758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5594" y="609600"/>
            <a:ext cx="3841916" cy="29592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8BFB1932-7BD9-45D5-AD37-33D409456A0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8F8F6"/>
              </a:clrFrom>
              <a:clrTo>
                <a:srgbClr val="F8F8F6">
                  <a:alpha val="0"/>
                </a:srgbClr>
              </a:clrTo>
            </a:clrChange>
          </a:blip>
          <a:srcRect b="15600"/>
          <a:stretch/>
        </p:blipFill>
        <p:spPr>
          <a:xfrm>
            <a:off x="1243478" y="2985100"/>
            <a:ext cx="6232882" cy="309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6849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7C3FD5-48D4-42F4-A015-A16513056B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3241" y="895351"/>
            <a:ext cx="10404918" cy="5317892"/>
          </a:xfrm>
          <a:solidFill>
            <a:schemeClr val="bg1"/>
          </a:solidFill>
        </p:spPr>
        <p:txBody>
          <a:bodyPr/>
          <a:lstStyle/>
          <a:p>
            <a:pPr algn="ctr"/>
            <a:br>
              <a:rPr lang="fr-FR" dirty="0"/>
            </a:br>
            <a:r>
              <a:rPr lang="fr-FR" dirty="0">
                <a:solidFill>
                  <a:schemeClr val="tx1"/>
                </a:solidFill>
              </a:rPr>
              <a:t>VAL SET 30 Labels</a:t>
            </a:r>
            <a:br>
              <a:rPr lang="fr-FR" dirty="0"/>
            </a:br>
            <a:r>
              <a:rPr lang="fr-FR" sz="4400" dirty="0"/>
              <a:t>Non supervisé </a:t>
            </a:r>
            <a:br>
              <a:rPr lang="fr-FR" sz="4400" dirty="0"/>
            </a:br>
            <a:r>
              <a:rPr lang="fr-FR" sz="3200" dirty="0">
                <a:solidFill>
                  <a:srgbClr val="FF0000"/>
                </a:solidFill>
              </a:rPr>
              <a:t>VS</a:t>
            </a:r>
            <a:br>
              <a:rPr lang="fr-FR" sz="4400" dirty="0"/>
            </a:br>
            <a:r>
              <a:rPr lang="fr-FR" sz="4400" dirty="0"/>
              <a:t> Semi supervisé</a:t>
            </a:r>
            <a:br>
              <a:rPr lang="fr-FR" sz="4400" dirty="0"/>
            </a:br>
            <a:r>
              <a:rPr lang="fr-FR" sz="3200" dirty="0">
                <a:solidFill>
                  <a:srgbClr val="FF0000"/>
                </a:solidFill>
              </a:rPr>
              <a:t>VS</a:t>
            </a:r>
            <a:br>
              <a:rPr lang="fr-FR" sz="4400" dirty="0"/>
            </a:br>
            <a:r>
              <a:rPr lang="fr-FR" sz="4400" dirty="0"/>
              <a:t>Semi supervisé + </a:t>
            </a:r>
            <a:r>
              <a:rPr lang="fr-FR" sz="4400" dirty="0" err="1"/>
              <a:t>Finetuning</a:t>
            </a:r>
            <a:br>
              <a:rPr lang="fr-FR" sz="4400" dirty="0"/>
            </a:br>
            <a:r>
              <a:rPr lang="fr-FR" sz="3200" dirty="0">
                <a:solidFill>
                  <a:srgbClr val="FF0000"/>
                </a:solidFill>
              </a:rPr>
              <a:t>VS</a:t>
            </a:r>
            <a:r>
              <a:rPr lang="fr-FR" sz="4400" dirty="0"/>
              <a:t> </a:t>
            </a:r>
            <a:br>
              <a:rPr lang="fr-FR" sz="4400" dirty="0"/>
            </a:br>
            <a:r>
              <a:rPr lang="fr-FR" sz="4400" dirty="0"/>
              <a:t>Non supervisé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7246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solidFill>
                  <a:schemeClr val="tx1"/>
                </a:solidFill>
              </a:rPr>
              <a:t>1 : NON SUPERVISE</a:t>
            </a:r>
            <a:br>
              <a:rPr lang="fr-FR" dirty="0"/>
            </a:br>
            <a:r>
              <a:rPr lang="fr-FR" dirty="0"/>
              <a:t>Clustering GMM sur val set</a:t>
            </a:r>
            <a:endParaRPr lang="en-US" dirty="0"/>
          </a:p>
        </p:txBody>
      </p:sp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6DAEBA64-A28E-4D8D-9CD1-08A02D456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081752"/>
              </p:ext>
            </p:extLst>
          </p:nvPr>
        </p:nvGraphicFramePr>
        <p:xfrm>
          <a:off x="6894640" y="2985297"/>
          <a:ext cx="26565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9651">
                  <a:extLst>
                    <a:ext uri="{9D8B030D-6E8A-4147-A177-3AD203B41FA5}">
                      <a16:colId xmlns:a16="http://schemas.microsoft.com/office/drawing/2014/main" val="4073295830"/>
                    </a:ext>
                  </a:extLst>
                </a:gridCol>
                <a:gridCol w="1206888">
                  <a:extLst>
                    <a:ext uri="{9D8B030D-6E8A-4147-A177-3AD203B41FA5}">
                      <a16:colId xmlns:a16="http://schemas.microsoft.com/office/drawing/2014/main" val="3447835157"/>
                    </a:ext>
                  </a:extLst>
                </a:gridCol>
              </a:tblGrid>
              <a:tr h="236425">
                <a:tc>
                  <a:txBody>
                    <a:bodyPr/>
                    <a:lstStyle/>
                    <a:p>
                      <a:r>
                        <a:rPr lang="fr-FR" dirty="0"/>
                        <a:t>Métrique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Valeur %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2565744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dirty="0" err="1"/>
                        <a:t>Accuracy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80</a:t>
                      </a:r>
                      <a:endParaRPr 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6638521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dirty="0" err="1"/>
                        <a:t>Precision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90</a:t>
                      </a:r>
                      <a:endParaRPr 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6292043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b="1" dirty="0" err="1">
                          <a:solidFill>
                            <a:srgbClr val="FF0000"/>
                          </a:solidFill>
                        </a:rPr>
                        <a:t>Recall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rgbClr val="FF0000"/>
                          </a:solidFill>
                        </a:rPr>
                        <a:t>67 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2907605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dirty="0"/>
                        <a:t>F1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77</a:t>
                      </a:r>
                      <a:endParaRPr 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5506803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rgbClr val="FF0000"/>
                          </a:solidFill>
                        </a:rPr>
                        <a:t>F2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  <a:endParaRPr lang="en-US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7465175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rgbClr val="FF0000"/>
                          </a:solidFill>
                        </a:rPr>
                        <a:t>ARI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rgbClr val="FF0000"/>
                          </a:solidFill>
                        </a:rPr>
                        <a:t>34</a:t>
                      </a:r>
                      <a:endParaRPr lang="en-US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0522539"/>
                  </a:ext>
                </a:extLst>
              </a:tr>
            </a:tbl>
          </a:graphicData>
        </a:graphic>
      </p:graphicFrame>
      <p:sp>
        <p:nvSpPr>
          <p:cNvPr id="28" name="ZoneTexte 27">
            <a:extLst>
              <a:ext uri="{FF2B5EF4-FFF2-40B4-BE49-F238E27FC236}">
                <a16:creationId xmlns:a16="http://schemas.microsoft.com/office/drawing/2014/main" id="{CD222059-3A84-46BD-A26D-787B9213B136}"/>
              </a:ext>
            </a:extLst>
          </p:cNvPr>
          <p:cNvSpPr txBox="1"/>
          <p:nvPr/>
        </p:nvSpPr>
        <p:spPr>
          <a:xfrm>
            <a:off x="9067800" y="240268"/>
            <a:ext cx="2717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VAL SET (30 IMAGES)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75FD887-B80D-4611-836D-1CD46E35D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353" y="2602977"/>
            <a:ext cx="3287066" cy="29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5044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solidFill>
                  <a:schemeClr val="tx1"/>
                </a:solidFill>
              </a:rPr>
              <a:t>2: SEMI SUPERVISE</a:t>
            </a:r>
            <a:br>
              <a:rPr lang="fr-FR" dirty="0"/>
            </a:br>
            <a:r>
              <a:rPr lang="fr-FR" dirty="0"/>
              <a:t>Labels faibles clustering + CNN </a:t>
            </a:r>
            <a:endParaRPr lang="en-US" dirty="0"/>
          </a:p>
        </p:txBody>
      </p:sp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6DAEBA64-A28E-4D8D-9CD1-08A02D456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08335"/>
              </p:ext>
            </p:extLst>
          </p:nvPr>
        </p:nvGraphicFramePr>
        <p:xfrm>
          <a:off x="9155240" y="4082577"/>
          <a:ext cx="26565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9651">
                  <a:extLst>
                    <a:ext uri="{9D8B030D-6E8A-4147-A177-3AD203B41FA5}">
                      <a16:colId xmlns:a16="http://schemas.microsoft.com/office/drawing/2014/main" val="4073295830"/>
                    </a:ext>
                  </a:extLst>
                </a:gridCol>
                <a:gridCol w="1206888">
                  <a:extLst>
                    <a:ext uri="{9D8B030D-6E8A-4147-A177-3AD203B41FA5}">
                      <a16:colId xmlns:a16="http://schemas.microsoft.com/office/drawing/2014/main" val="3447835157"/>
                    </a:ext>
                  </a:extLst>
                </a:gridCol>
              </a:tblGrid>
              <a:tr h="236425">
                <a:tc>
                  <a:txBody>
                    <a:bodyPr/>
                    <a:lstStyle/>
                    <a:p>
                      <a:r>
                        <a:rPr lang="fr-FR" dirty="0"/>
                        <a:t>Métrique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Valeur %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2565744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dirty="0" err="1"/>
                        <a:t>Accuracy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80</a:t>
                      </a:r>
                      <a:endParaRPr 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6638521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dirty="0" err="1"/>
                        <a:t>Precision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80</a:t>
                      </a:r>
                      <a:endParaRPr 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6292043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b="1" dirty="0" err="1"/>
                        <a:t>Recall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/>
                        <a:t>80 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2907605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dirty="0"/>
                        <a:t>F1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80</a:t>
                      </a:r>
                      <a:endParaRPr lang="en-US" sz="14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5506803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b="1" dirty="0"/>
                        <a:t>F2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80</a:t>
                      </a:r>
                      <a:endParaRPr lang="en-US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7465175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dirty="0"/>
                        <a:t>ARI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34</a:t>
                      </a:r>
                      <a:endParaRPr lang="en-US" sz="14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0522539"/>
                  </a:ext>
                </a:extLst>
              </a:tr>
            </a:tbl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DF7A9AFC-4FAF-446B-A3BF-B3AF8052B5DC}"/>
              </a:ext>
            </a:extLst>
          </p:cNvPr>
          <p:cNvSpPr txBox="1"/>
          <p:nvPr/>
        </p:nvSpPr>
        <p:spPr>
          <a:xfrm>
            <a:off x="215900" y="1930400"/>
            <a:ext cx="996035" cy="8172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 err="1"/>
              <a:t>Conv</a:t>
            </a:r>
            <a:r>
              <a:rPr lang="fr-FR" sz="1050" dirty="0"/>
              <a:t> 2d</a:t>
            </a:r>
          </a:p>
          <a:p>
            <a:pPr algn="ctr"/>
            <a:r>
              <a:rPr lang="fr-FR" sz="1050" dirty="0"/>
              <a:t>3 </a:t>
            </a:r>
            <a:r>
              <a:rPr lang="fr-FR" sz="1050" dirty="0">
                <a:sym typeface="Wingdings" panose="05000000000000000000" pitchFamily="2" charset="2"/>
              </a:rPr>
              <a:t> 32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3x3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BN + </a:t>
            </a:r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en-US" sz="105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FD9C790-A024-4175-B567-54FFA7E6ED3F}"/>
              </a:ext>
            </a:extLst>
          </p:cNvPr>
          <p:cNvSpPr txBox="1"/>
          <p:nvPr/>
        </p:nvSpPr>
        <p:spPr>
          <a:xfrm>
            <a:off x="1471907" y="2904502"/>
            <a:ext cx="1109995" cy="8172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 err="1"/>
              <a:t>Conv</a:t>
            </a:r>
            <a:r>
              <a:rPr lang="fr-FR" sz="1050" dirty="0"/>
              <a:t> 2d</a:t>
            </a:r>
          </a:p>
          <a:p>
            <a:pPr algn="ctr"/>
            <a:r>
              <a:rPr lang="fr-FR" sz="1050" dirty="0"/>
              <a:t>32 </a:t>
            </a:r>
            <a:r>
              <a:rPr lang="fr-FR" sz="1050" dirty="0">
                <a:sym typeface="Wingdings" panose="05000000000000000000" pitchFamily="2" charset="2"/>
              </a:rPr>
              <a:t> 64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3x3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BN + </a:t>
            </a:r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en-US" sz="105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347A007-A47F-43D0-B636-7AA806765533}"/>
              </a:ext>
            </a:extLst>
          </p:cNvPr>
          <p:cNvSpPr txBox="1"/>
          <p:nvPr/>
        </p:nvSpPr>
        <p:spPr>
          <a:xfrm>
            <a:off x="1528888" y="2117685"/>
            <a:ext cx="996035" cy="45970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MaxPool2D</a:t>
            </a:r>
          </a:p>
          <a:p>
            <a:pPr algn="ctr"/>
            <a:r>
              <a:rPr lang="fr-FR" sz="1050" dirty="0"/>
              <a:t>224 </a:t>
            </a:r>
            <a:r>
              <a:rPr lang="fr-FR" sz="1050" dirty="0">
                <a:sym typeface="Wingdings" panose="05000000000000000000" pitchFamily="2" charset="2"/>
              </a:rPr>
              <a:t> 112</a:t>
            </a:r>
            <a:endParaRPr lang="en-US" sz="1050" dirty="0"/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27F0259B-FC1F-4CE6-8C1E-AEF30FB7B2D6}"/>
              </a:ext>
            </a:extLst>
          </p:cNvPr>
          <p:cNvCxnSpPr>
            <a:cxnSpLocks/>
            <a:stCxn id="3" idx="3"/>
            <a:endCxn id="10" idx="1"/>
          </p:cNvCxnSpPr>
          <p:nvPr/>
        </p:nvCxnSpPr>
        <p:spPr>
          <a:xfrm>
            <a:off x="1211935" y="2339023"/>
            <a:ext cx="316953" cy="85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7DCF3E44-F85A-488A-B890-CDA79C04F786}"/>
              </a:ext>
            </a:extLst>
          </p:cNvPr>
          <p:cNvCxnSpPr>
            <a:cxnSpLocks/>
            <a:stCxn id="10" idx="2"/>
            <a:endCxn id="8" idx="0"/>
          </p:cNvCxnSpPr>
          <p:nvPr/>
        </p:nvCxnSpPr>
        <p:spPr>
          <a:xfrm flipH="1">
            <a:off x="2026905" y="2577385"/>
            <a:ext cx="1" cy="32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>
            <a:extLst>
              <a:ext uri="{FF2B5EF4-FFF2-40B4-BE49-F238E27FC236}">
                <a16:creationId xmlns:a16="http://schemas.microsoft.com/office/drawing/2014/main" id="{5FE6EEE8-53A9-4BE1-A763-6AE38AC9A0D1}"/>
              </a:ext>
            </a:extLst>
          </p:cNvPr>
          <p:cNvSpPr txBox="1"/>
          <p:nvPr/>
        </p:nvSpPr>
        <p:spPr>
          <a:xfrm>
            <a:off x="2853018" y="3869702"/>
            <a:ext cx="1109995" cy="8172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 err="1"/>
              <a:t>Conv</a:t>
            </a:r>
            <a:r>
              <a:rPr lang="fr-FR" sz="1050" dirty="0"/>
              <a:t> 2d</a:t>
            </a:r>
          </a:p>
          <a:p>
            <a:pPr algn="ctr"/>
            <a:r>
              <a:rPr lang="fr-FR" sz="1050" dirty="0"/>
              <a:t>64 </a:t>
            </a:r>
            <a:r>
              <a:rPr lang="fr-FR" sz="1050" dirty="0">
                <a:sym typeface="Wingdings" panose="05000000000000000000" pitchFamily="2" charset="2"/>
              </a:rPr>
              <a:t> 128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3x3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BN + </a:t>
            </a:r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en-US" sz="1050" dirty="0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45022854-83DF-44E2-A204-1A17B2FE60AA}"/>
              </a:ext>
            </a:extLst>
          </p:cNvPr>
          <p:cNvSpPr txBox="1"/>
          <p:nvPr/>
        </p:nvSpPr>
        <p:spPr>
          <a:xfrm>
            <a:off x="2909999" y="3082885"/>
            <a:ext cx="996035" cy="45970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MaxPool2D</a:t>
            </a:r>
          </a:p>
          <a:p>
            <a:pPr algn="ctr"/>
            <a:r>
              <a:rPr lang="fr-FR" sz="1050" dirty="0"/>
              <a:t>122 </a:t>
            </a:r>
            <a:r>
              <a:rPr lang="fr-FR" sz="1050" dirty="0">
                <a:sym typeface="Wingdings" panose="05000000000000000000" pitchFamily="2" charset="2"/>
              </a:rPr>
              <a:t> 56</a:t>
            </a:r>
            <a:endParaRPr lang="en-US" sz="1050" dirty="0"/>
          </a:p>
        </p:txBody>
      </p: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69A4C717-7BB6-433E-A7FE-4CFC08004481}"/>
              </a:ext>
            </a:extLst>
          </p:cNvPr>
          <p:cNvCxnSpPr>
            <a:cxnSpLocks/>
            <a:endCxn id="37" idx="1"/>
          </p:cNvCxnSpPr>
          <p:nvPr/>
        </p:nvCxnSpPr>
        <p:spPr>
          <a:xfrm flipV="1">
            <a:off x="2593046" y="3312735"/>
            <a:ext cx="316953" cy="8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2633FE61-FA11-431B-AC5C-7B975698924C}"/>
              </a:ext>
            </a:extLst>
          </p:cNvPr>
          <p:cNvCxnSpPr>
            <a:cxnSpLocks/>
            <a:stCxn id="37" idx="2"/>
            <a:endCxn id="36" idx="0"/>
          </p:cNvCxnSpPr>
          <p:nvPr/>
        </p:nvCxnSpPr>
        <p:spPr>
          <a:xfrm flipH="1">
            <a:off x="3408016" y="3542585"/>
            <a:ext cx="1" cy="32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ZoneTexte 39">
            <a:extLst>
              <a:ext uri="{FF2B5EF4-FFF2-40B4-BE49-F238E27FC236}">
                <a16:creationId xmlns:a16="http://schemas.microsoft.com/office/drawing/2014/main" id="{0D736718-2484-40D0-B746-E77C7CAC98C6}"/>
              </a:ext>
            </a:extLst>
          </p:cNvPr>
          <p:cNvSpPr txBox="1"/>
          <p:nvPr/>
        </p:nvSpPr>
        <p:spPr>
          <a:xfrm>
            <a:off x="4254672" y="4853952"/>
            <a:ext cx="1109995" cy="8172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 err="1"/>
              <a:t>Conv</a:t>
            </a:r>
            <a:r>
              <a:rPr lang="fr-FR" sz="1050" dirty="0"/>
              <a:t> 2d</a:t>
            </a:r>
          </a:p>
          <a:p>
            <a:pPr algn="ctr"/>
            <a:r>
              <a:rPr lang="fr-FR" sz="1050" dirty="0"/>
              <a:t>128 </a:t>
            </a:r>
            <a:r>
              <a:rPr lang="fr-FR" sz="1050" dirty="0">
                <a:sym typeface="Wingdings" panose="05000000000000000000" pitchFamily="2" charset="2"/>
              </a:rPr>
              <a:t> 256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3x3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BN + </a:t>
            </a:r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en-US" sz="1050" dirty="0"/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888DE27D-002C-4004-A96A-8F0C24C554B0}"/>
              </a:ext>
            </a:extLst>
          </p:cNvPr>
          <p:cNvSpPr txBox="1"/>
          <p:nvPr/>
        </p:nvSpPr>
        <p:spPr>
          <a:xfrm>
            <a:off x="4311653" y="4067135"/>
            <a:ext cx="996035" cy="45970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MaxPool2D</a:t>
            </a:r>
          </a:p>
          <a:p>
            <a:pPr algn="ctr"/>
            <a:r>
              <a:rPr lang="fr-FR" sz="1050" dirty="0"/>
              <a:t>56 </a:t>
            </a:r>
            <a:r>
              <a:rPr lang="fr-FR" sz="1050" dirty="0">
                <a:sym typeface="Wingdings" panose="05000000000000000000" pitchFamily="2" charset="2"/>
              </a:rPr>
              <a:t> 28</a:t>
            </a:r>
            <a:endParaRPr lang="en-US" sz="1050" dirty="0"/>
          </a:p>
        </p:txBody>
      </p: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C386915B-61DD-404E-9512-EBE6DD4D28E7}"/>
              </a:ext>
            </a:extLst>
          </p:cNvPr>
          <p:cNvCxnSpPr>
            <a:cxnSpLocks/>
            <a:endCxn id="41" idx="1"/>
          </p:cNvCxnSpPr>
          <p:nvPr/>
        </p:nvCxnSpPr>
        <p:spPr>
          <a:xfrm flipV="1">
            <a:off x="3994700" y="4296985"/>
            <a:ext cx="316953" cy="8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E650A520-5529-4BF6-940F-A5682366E857}"/>
              </a:ext>
            </a:extLst>
          </p:cNvPr>
          <p:cNvCxnSpPr>
            <a:cxnSpLocks/>
            <a:stCxn id="41" idx="2"/>
            <a:endCxn id="40" idx="0"/>
          </p:cNvCxnSpPr>
          <p:nvPr/>
        </p:nvCxnSpPr>
        <p:spPr>
          <a:xfrm flipH="1">
            <a:off x="4809670" y="4526835"/>
            <a:ext cx="1" cy="32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145199E9-1F8D-4323-B0F5-5A7AEA5A02A3}"/>
              </a:ext>
            </a:extLst>
          </p:cNvPr>
          <p:cNvSpPr txBox="1"/>
          <p:nvPr/>
        </p:nvSpPr>
        <p:spPr>
          <a:xfrm>
            <a:off x="5642165" y="5844552"/>
            <a:ext cx="1109995" cy="8172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 err="1"/>
              <a:t>Conv</a:t>
            </a:r>
            <a:r>
              <a:rPr lang="fr-FR" sz="1050" dirty="0"/>
              <a:t> 2d</a:t>
            </a:r>
          </a:p>
          <a:p>
            <a:pPr algn="ctr"/>
            <a:r>
              <a:rPr lang="fr-FR" sz="1050" dirty="0"/>
              <a:t>256 </a:t>
            </a:r>
            <a:r>
              <a:rPr lang="fr-FR" sz="1050" dirty="0">
                <a:sym typeface="Wingdings" panose="05000000000000000000" pitchFamily="2" charset="2"/>
              </a:rPr>
              <a:t> 512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3x3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BN + </a:t>
            </a:r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en-US" sz="1050" dirty="0"/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C4493E95-E985-4BDE-B2AB-97834BA334A5}"/>
              </a:ext>
            </a:extLst>
          </p:cNvPr>
          <p:cNvSpPr txBox="1"/>
          <p:nvPr/>
        </p:nvSpPr>
        <p:spPr>
          <a:xfrm>
            <a:off x="5699146" y="5057735"/>
            <a:ext cx="996035" cy="45970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MaxPool2D</a:t>
            </a:r>
          </a:p>
          <a:p>
            <a:pPr algn="ctr"/>
            <a:r>
              <a:rPr lang="fr-FR" sz="1050" dirty="0"/>
              <a:t>28 </a:t>
            </a:r>
            <a:r>
              <a:rPr lang="fr-FR" sz="1050" dirty="0">
                <a:sym typeface="Wingdings" panose="05000000000000000000" pitchFamily="2" charset="2"/>
              </a:rPr>
              <a:t> 14</a:t>
            </a:r>
            <a:endParaRPr lang="en-US" sz="1050" dirty="0"/>
          </a:p>
        </p:txBody>
      </p: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9DA9DE45-2733-43AF-AE88-F596C45DE74D}"/>
              </a:ext>
            </a:extLst>
          </p:cNvPr>
          <p:cNvCxnSpPr>
            <a:cxnSpLocks/>
            <a:endCxn id="45" idx="1"/>
          </p:cNvCxnSpPr>
          <p:nvPr/>
        </p:nvCxnSpPr>
        <p:spPr>
          <a:xfrm flipV="1">
            <a:off x="5382193" y="5287585"/>
            <a:ext cx="316953" cy="8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7A35287C-6EB6-4234-A6B6-AB98299E3760}"/>
              </a:ext>
            </a:extLst>
          </p:cNvPr>
          <p:cNvCxnSpPr>
            <a:cxnSpLocks/>
            <a:stCxn id="45" idx="2"/>
            <a:endCxn id="44" idx="0"/>
          </p:cNvCxnSpPr>
          <p:nvPr/>
        </p:nvCxnSpPr>
        <p:spPr>
          <a:xfrm flipH="1">
            <a:off x="6197163" y="5517435"/>
            <a:ext cx="1" cy="32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ZoneTexte 48">
            <a:extLst>
              <a:ext uri="{FF2B5EF4-FFF2-40B4-BE49-F238E27FC236}">
                <a16:creationId xmlns:a16="http://schemas.microsoft.com/office/drawing/2014/main" id="{A8D44287-11C6-4EBF-9F73-B39AEA340C71}"/>
              </a:ext>
            </a:extLst>
          </p:cNvPr>
          <p:cNvSpPr txBox="1"/>
          <p:nvPr/>
        </p:nvSpPr>
        <p:spPr>
          <a:xfrm>
            <a:off x="7074208" y="6035635"/>
            <a:ext cx="996035" cy="45970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MaxPool2D</a:t>
            </a:r>
          </a:p>
          <a:p>
            <a:pPr algn="ctr"/>
            <a:r>
              <a:rPr lang="fr-FR" sz="1050" dirty="0"/>
              <a:t>14 </a:t>
            </a:r>
            <a:r>
              <a:rPr lang="fr-FR" sz="1050" dirty="0">
                <a:sym typeface="Wingdings" panose="05000000000000000000" pitchFamily="2" charset="2"/>
              </a:rPr>
              <a:t> 7</a:t>
            </a:r>
            <a:endParaRPr lang="en-US" sz="1050" dirty="0"/>
          </a:p>
        </p:txBody>
      </p: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883D4E70-99A1-4DF5-A1A7-7E89266B1355}"/>
              </a:ext>
            </a:extLst>
          </p:cNvPr>
          <p:cNvCxnSpPr>
            <a:cxnSpLocks/>
            <a:endCxn id="49" idx="1"/>
          </p:cNvCxnSpPr>
          <p:nvPr/>
        </p:nvCxnSpPr>
        <p:spPr>
          <a:xfrm flipV="1">
            <a:off x="6757255" y="6265485"/>
            <a:ext cx="316953" cy="8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1ABCA897-3CA7-44CB-9567-9D57A663B814}"/>
              </a:ext>
            </a:extLst>
          </p:cNvPr>
          <p:cNvCxnSpPr>
            <a:cxnSpLocks/>
            <a:stCxn id="49" idx="0"/>
          </p:cNvCxnSpPr>
          <p:nvPr/>
        </p:nvCxnSpPr>
        <p:spPr>
          <a:xfrm flipH="1" flipV="1">
            <a:off x="7572225" y="4686947"/>
            <a:ext cx="1" cy="1348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ZoneTexte 54">
            <a:extLst>
              <a:ext uri="{FF2B5EF4-FFF2-40B4-BE49-F238E27FC236}">
                <a16:creationId xmlns:a16="http://schemas.microsoft.com/office/drawing/2014/main" id="{2E98A92D-D8C8-418C-8D50-70EF4C48D401}"/>
              </a:ext>
            </a:extLst>
          </p:cNvPr>
          <p:cNvSpPr txBox="1"/>
          <p:nvPr/>
        </p:nvSpPr>
        <p:spPr>
          <a:xfrm>
            <a:off x="6157512" y="3321252"/>
            <a:ext cx="1915898" cy="1353562"/>
          </a:xfrm>
          <a:prstGeom prst="round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Global </a:t>
            </a:r>
            <a:r>
              <a:rPr lang="fr-FR" sz="1050" dirty="0" err="1"/>
              <a:t>Average</a:t>
            </a:r>
            <a:r>
              <a:rPr lang="fr-FR" sz="1050" dirty="0"/>
              <a:t> </a:t>
            </a:r>
            <a:r>
              <a:rPr lang="fr-FR" sz="1050" dirty="0" err="1"/>
              <a:t>Pooling</a:t>
            </a:r>
            <a:endParaRPr lang="fr-FR" sz="1050" dirty="0"/>
          </a:p>
          <a:p>
            <a:pPr algn="ctr"/>
            <a:r>
              <a:rPr lang="fr-FR" sz="1050" dirty="0" err="1">
                <a:sym typeface="Wingdings" panose="05000000000000000000" pitchFamily="2" charset="2"/>
              </a:rPr>
              <a:t>Flatten</a:t>
            </a:r>
            <a:endParaRPr lang="fr-FR" sz="1050" dirty="0">
              <a:sym typeface="Wingdings" panose="05000000000000000000" pitchFamily="2" charset="2"/>
            </a:endParaRP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Dropout 0,4</a:t>
            </a:r>
          </a:p>
          <a:p>
            <a:pPr algn="ctr"/>
            <a:r>
              <a:rPr lang="fr-FR" sz="1050" dirty="0" err="1">
                <a:sym typeface="Wingdings" panose="05000000000000000000" pitchFamily="2" charset="2"/>
              </a:rPr>
              <a:t>Linear</a:t>
            </a:r>
            <a:r>
              <a:rPr lang="fr-FR" sz="1050" dirty="0">
                <a:sym typeface="Wingdings" panose="05000000000000000000" pitchFamily="2" charset="2"/>
              </a:rPr>
              <a:t> 512  256</a:t>
            </a:r>
          </a:p>
          <a:p>
            <a:pPr algn="ctr"/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fr-FR" sz="1050" dirty="0">
              <a:sym typeface="Wingdings" panose="05000000000000000000" pitchFamily="2" charset="2"/>
            </a:endParaRP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Dropout 0,4</a:t>
            </a:r>
          </a:p>
          <a:p>
            <a:pPr algn="ctr"/>
            <a:r>
              <a:rPr lang="fr-FR" sz="1050" dirty="0" err="1">
                <a:sym typeface="Wingdings" panose="05000000000000000000" pitchFamily="2" charset="2"/>
              </a:rPr>
              <a:t>Linear</a:t>
            </a:r>
            <a:r>
              <a:rPr lang="fr-FR" sz="1050" dirty="0">
                <a:sym typeface="Wingdings" panose="05000000000000000000" pitchFamily="2" charset="2"/>
              </a:rPr>
              <a:t> 256 2</a:t>
            </a:r>
            <a:endParaRPr lang="en-US" sz="1050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1F2D9E7A-A789-4D30-9BEF-0B4BFB48F2D5}"/>
              </a:ext>
            </a:extLst>
          </p:cNvPr>
          <p:cNvSpPr txBox="1"/>
          <p:nvPr/>
        </p:nvSpPr>
        <p:spPr>
          <a:xfrm>
            <a:off x="1030870" y="5147121"/>
            <a:ext cx="996035" cy="280928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LR 0,001</a:t>
            </a:r>
            <a:endParaRPr lang="en-US" sz="105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46FC88DB-221B-4048-8E0D-41D4E1EADC6F}"/>
              </a:ext>
            </a:extLst>
          </p:cNvPr>
          <p:cNvSpPr txBox="1"/>
          <p:nvPr/>
        </p:nvSpPr>
        <p:spPr>
          <a:xfrm>
            <a:off x="1146958" y="5471132"/>
            <a:ext cx="763859" cy="280928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8 </a:t>
            </a:r>
            <a:r>
              <a:rPr lang="fr-FR" sz="1050" dirty="0" err="1"/>
              <a:t>Epochs</a:t>
            </a:r>
            <a:endParaRPr lang="en-US" sz="1050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CD222059-3A84-46BD-A26D-787B9213B136}"/>
              </a:ext>
            </a:extLst>
          </p:cNvPr>
          <p:cNvSpPr txBox="1"/>
          <p:nvPr/>
        </p:nvSpPr>
        <p:spPr>
          <a:xfrm>
            <a:off x="9067800" y="240268"/>
            <a:ext cx="2717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VAL SET (30 IMAGES)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43787DB4-5946-4145-B3A5-1B41EF2BF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4376" y="848209"/>
            <a:ext cx="3287066" cy="2959200"/>
          </a:xfrm>
          <a:prstGeom prst="rect">
            <a:avLst/>
          </a:prstGeom>
        </p:spPr>
      </p:pic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8F97762A-497D-4F0B-8A36-2483893E6A69}"/>
              </a:ext>
            </a:extLst>
          </p:cNvPr>
          <p:cNvCxnSpPr>
            <a:cxnSpLocks/>
          </p:cNvCxnSpPr>
          <p:nvPr/>
        </p:nvCxnSpPr>
        <p:spPr>
          <a:xfrm>
            <a:off x="6883400" y="2813050"/>
            <a:ext cx="0" cy="3746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ZoneTexte 33">
            <a:extLst>
              <a:ext uri="{FF2B5EF4-FFF2-40B4-BE49-F238E27FC236}">
                <a16:creationId xmlns:a16="http://schemas.microsoft.com/office/drawing/2014/main" id="{41889762-3C48-44D3-93C7-BAAF73683437}"/>
              </a:ext>
            </a:extLst>
          </p:cNvPr>
          <p:cNvSpPr txBox="1"/>
          <p:nvPr/>
        </p:nvSpPr>
        <p:spPr>
          <a:xfrm>
            <a:off x="6197162" y="2162502"/>
            <a:ext cx="1403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5"/>
                </a:solidFill>
              </a:rPr>
              <a:t>Labels faibles</a:t>
            </a:r>
            <a:endParaRPr lang="en-US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92411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solidFill>
                  <a:schemeClr val="tx1"/>
                </a:solidFill>
              </a:rPr>
              <a:t>2: SEMI SUPERVISE</a:t>
            </a:r>
            <a:br>
              <a:rPr lang="fr-FR" dirty="0"/>
            </a:br>
            <a:r>
              <a:rPr lang="fr-FR" dirty="0"/>
              <a:t>Labels faibles clustering + CNN </a:t>
            </a:r>
            <a:endParaRPr lang="en-US" dirty="0"/>
          </a:p>
        </p:txBody>
      </p:sp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6DAEBA64-A28E-4D8D-9CD1-08A02D45601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155240" y="4082577"/>
          <a:ext cx="26565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9651">
                  <a:extLst>
                    <a:ext uri="{9D8B030D-6E8A-4147-A177-3AD203B41FA5}">
                      <a16:colId xmlns:a16="http://schemas.microsoft.com/office/drawing/2014/main" val="4073295830"/>
                    </a:ext>
                  </a:extLst>
                </a:gridCol>
                <a:gridCol w="1206888">
                  <a:extLst>
                    <a:ext uri="{9D8B030D-6E8A-4147-A177-3AD203B41FA5}">
                      <a16:colId xmlns:a16="http://schemas.microsoft.com/office/drawing/2014/main" val="3447835157"/>
                    </a:ext>
                  </a:extLst>
                </a:gridCol>
              </a:tblGrid>
              <a:tr h="236425">
                <a:tc>
                  <a:txBody>
                    <a:bodyPr/>
                    <a:lstStyle/>
                    <a:p>
                      <a:r>
                        <a:rPr lang="fr-FR" dirty="0"/>
                        <a:t>Métrique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Valeur %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2565744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dirty="0" err="1"/>
                        <a:t>Accuracy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80</a:t>
                      </a:r>
                      <a:endParaRPr 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6638521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dirty="0" err="1"/>
                        <a:t>Precision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80</a:t>
                      </a:r>
                      <a:endParaRPr 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6292043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b="1" dirty="0" err="1"/>
                        <a:t>Recall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/>
                        <a:t>80 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2907605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dirty="0"/>
                        <a:t>F1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80</a:t>
                      </a:r>
                      <a:endParaRPr lang="en-US" sz="14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5506803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b="1" dirty="0"/>
                        <a:t>F2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80</a:t>
                      </a:r>
                      <a:endParaRPr lang="en-US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7465175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dirty="0"/>
                        <a:t>ARI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34</a:t>
                      </a:r>
                      <a:endParaRPr lang="en-US" sz="14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0522539"/>
                  </a:ext>
                </a:extLst>
              </a:tr>
            </a:tbl>
          </a:graphicData>
        </a:graphic>
      </p:graphicFrame>
      <p:sp>
        <p:nvSpPr>
          <p:cNvPr id="28" name="ZoneTexte 27">
            <a:extLst>
              <a:ext uri="{FF2B5EF4-FFF2-40B4-BE49-F238E27FC236}">
                <a16:creationId xmlns:a16="http://schemas.microsoft.com/office/drawing/2014/main" id="{CD222059-3A84-46BD-A26D-787B9213B136}"/>
              </a:ext>
            </a:extLst>
          </p:cNvPr>
          <p:cNvSpPr txBox="1"/>
          <p:nvPr/>
        </p:nvSpPr>
        <p:spPr>
          <a:xfrm>
            <a:off x="9067800" y="240268"/>
            <a:ext cx="2717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VAL SET (30 IMAGES)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43787DB4-5946-4145-B3A5-1B41EF2BF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4376" y="848209"/>
            <a:ext cx="3287066" cy="29592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9D1B110C-2124-4D15-BEA4-2CD95881093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r="32772"/>
          <a:stretch/>
        </p:blipFill>
        <p:spPr>
          <a:xfrm>
            <a:off x="1542610" y="1754921"/>
            <a:ext cx="4444326" cy="205248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2EE20F8-627C-4102-B587-9CDAFF9D070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2433"/>
          <a:stretch/>
        </p:blipFill>
        <p:spPr>
          <a:xfrm>
            <a:off x="1580055" y="3881796"/>
            <a:ext cx="4377897" cy="2127780"/>
          </a:xfrm>
          <a:prstGeom prst="rect">
            <a:avLst/>
          </a:prstGeom>
        </p:spPr>
      </p:pic>
      <p:sp>
        <p:nvSpPr>
          <p:cNvPr id="35" name="ZoneTexte 34">
            <a:extLst>
              <a:ext uri="{FF2B5EF4-FFF2-40B4-BE49-F238E27FC236}">
                <a16:creationId xmlns:a16="http://schemas.microsoft.com/office/drawing/2014/main" id="{1F249299-FB88-481C-90FA-91B522E0F8C4}"/>
              </a:ext>
            </a:extLst>
          </p:cNvPr>
          <p:cNvSpPr txBox="1"/>
          <p:nvPr/>
        </p:nvSpPr>
        <p:spPr>
          <a:xfrm>
            <a:off x="139262" y="2637708"/>
            <a:ext cx="1403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FN</a:t>
            </a:r>
            <a:endParaRPr lang="en-US" dirty="0"/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D9F14417-BECA-40A5-B29A-EE54102538AF}"/>
              </a:ext>
            </a:extLst>
          </p:cNvPr>
          <p:cNvSpPr txBox="1"/>
          <p:nvPr/>
        </p:nvSpPr>
        <p:spPr>
          <a:xfrm>
            <a:off x="139262" y="5021537"/>
            <a:ext cx="1403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FP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9656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avec coin arrondi 5">
            <a:extLst>
              <a:ext uri="{FF2B5EF4-FFF2-40B4-BE49-F238E27FC236}">
                <a16:creationId xmlns:a16="http://schemas.microsoft.com/office/drawing/2014/main" id="{4C0B48AD-637B-4060-B690-FB2C7752EE50}"/>
              </a:ext>
            </a:extLst>
          </p:cNvPr>
          <p:cNvSpPr/>
          <p:nvPr/>
        </p:nvSpPr>
        <p:spPr>
          <a:xfrm>
            <a:off x="136455" y="1869259"/>
            <a:ext cx="8207445" cy="4842691"/>
          </a:xfrm>
          <a:prstGeom prst="round1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solidFill>
                  <a:schemeClr val="tx1"/>
                </a:solidFill>
              </a:rPr>
              <a:t>3: SEMI SUPERVISE - </a:t>
            </a:r>
            <a:r>
              <a:rPr lang="fr-FR" b="1" dirty="0" err="1">
                <a:solidFill>
                  <a:schemeClr val="tx1"/>
                </a:solidFill>
              </a:rPr>
              <a:t>Finetuning</a:t>
            </a:r>
            <a:br>
              <a:rPr lang="fr-FR" dirty="0"/>
            </a:br>
            <a:r>
              <a:rPr lang="fr-FR" dirty="0"/>
              <a:t>CNN + Labels forts (70-30)</a:t>
            </a:r>
            <a:endParaRPr lang="en-US" dirty="0"/>
          </a:p>
        </p:txBody>
      </p:sp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6DAEBA64-A28E-4D8D-9CD1-08A02D456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329702"/>
              </p:ext>
            </p:extLst>
          </p:nvPr>
        </p:nvGraphicFramePr>
        <p:xfrm>
          <a:off x="9015133" y="4113455"/>
          <a:ext cx="26565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9651">
                  <a:extLst>
                    <a:ext uri="{9D8B030D-6E8A-4147-A177-3AD203B41FA5}">
                      <a16:colId xmlns:a16="http://schemas.microsoft.com/office/drawing/2014/main" val="4073295830"/>
                    </a:ext>
                  </a:extLst>
                </a:gridCol>
                <a:gridCol w="1206888">
                  <a:extLst>
                    <a:ext uri="{9D8B030D-6E8A-4147-A177-3AD203B41FA5}">
                      <a16:colId xmlns:a16="http://schemas.microsoft.com/office/drawing/2014/main" val="3447835157"/>
                    </a:ext>
                  </a:extLst>
                </a:gridCol>
              </a:tblGrid>
              <a:tr h="236425">
                <a:tc>
                  <a:txBody>
                    <a:bodyPr/>
                    <a:lstStyle/>
                    <a:p>
                      <a:r>
                        <a:rPr lang="fr-FR" dirty="0"/>
                        <a:t>Métrique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Valeur %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2565744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dirty="0" err="1"/>
                        <a:t>Accuracy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90</a:t>
                      </a:r>
                      <a:endParaRPr 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6638521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dirty="0" err="1"/>
                        <a:t>Precision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88</a:t>
                      </a:r>
                      <a:endParaRPr 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6292043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b="1" dirty="0" err="1">
                          <a:solidFill>
                            <a:srgbClr val="00B050"/>
                          </a:solidFill>
                        </a:rPr>
                        <a:t>Recall</a:t>
                      </a:r>
                      <a:endParaRPr 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rgbClr val="00B050"/>
                          </a:solidFill>
                        </a:rPr>
                        <a:t>93</a:t>
                      </a:r>
                      <a:r>
                        <a:rPr lang="fr-FR" sz="14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4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2907605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dirty="0"/>
                        <a:t>F1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90</a:t>
                      </a:r>
                      <a:endParaRPr lang="en-US" sz="14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5506803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rgbClr val="00B050"/>
                          </a:solidFill>
                        </a:rPr>
                        <a:t>F2</a:t>
                      </a:r>
                      <a:endParaRPr 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92</a:t>
                      </a:r>
                      <a:endParaRPr lang="en-US" sz="14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7465175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rgbClr val="00B050"/>
                          </a:solidFill>
                        </a:rPr>
                        <a:t>ARI</a:t>
                      </a:r>
                      <a:endParaRPr 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rgbClr val="00B050"/>
                          </a:solidFill>
                        </a:rPr>
                        <a:t>63</a:t>
                      </a:r>
                      <a:endParaRPr lang="en-US" sz="14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0522539"/>
                  </a:ext>
                </a:extLst>
              </a:tr>
            </a:tbl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DF7A9AFC-4FAF-446B-A3BF-B3AF8052B5DC}"/>
              </a:ext>
            </a:extLst>
          </p:cNvPr>
          <p:cNvSpPr txBox="1"/>
          <p:nvPr/>
        </p:nvSpPr>
        <p:spPr>
          <a:xfrm>
            <a:off x="215900" y="1930400"/>
            <a:ext cx="996035" cy="8172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 err="1"/>
              <a:t>Conv</a:t>
            </a:r>
            <a:r>
              <a:rPr lang="fr-FR" sz="1050" dirty="0"/>
              <a:t> 2d</a:t>
            </a:r>
          </a:p>
          <a:p>
            <a:pPr algn="ctr"/>
            <a:r>
              <a:rPr lang="fr-FR" sz="1050" dirty="0"/>
              <a:t>3 </a:t>
            </a:r>
            <a:r>
              <a:rPr lang="fr-FR" sz="1050" dirty="0">
                <a:sym typeface="Wingdings" panose="05000000000000000000" pitchFamily="2" charset="2"/>
              </a:rPr>
              <a:t> 32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3x3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BN + </a:t>
            </a:r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en-US" sz="105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FD9C790-A024-4175-B567-54FFA7E6ED3F}"/>
              </a:ext>
            </a:extLst>
          </p:cNvPr>
          <p:cNvSpPr txBox="1"/>
          <p:nvPr/>
        </p:nvSpPr>
        <p:spPr>
          <a:xfrm>
            <a:off x="1471907" y="2904502"/>
            <a:ext cx="1109995" cy="8172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 err="1"/>
              <a:t>Conv</a:t>
            </a:r>
            <a:r>
              <a:rPr lang="fr-FR" sz="1050" dirty="0"/>
              <a:t> 2d</a:t>
            </a:r>
          </a:p>
          <a:p>
            <a:pPr algn="ctr"/>
            <a:r>
              <a:rPr lang="fr-FR" sz="1050" dirty="0"/>
              <a:t>32 </a:t>
            </a:r>
            <a:r>
              <a:rPr lang="fr-FR" sz="1050" dirty="0">
                <a:sym typeface="Wingdings" panose="05000000000000000000" pitchFamily="2" charset="2"/>
              </a:rPr>
              <a:t> 64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3x3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BN + </a:t>
            </a:r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en-US" sz="105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347A007-A47F-43D0-B636-7AA806765533}"/>
              </a:ext>
            </a:extLst>
          </p:cNvPr>
          <p:cNvSpPr txBox="1"/>
          <p:nvPr/>
        </p:nvSpPr>
        <p:spPr>
          <a:xfrm>
            <a:off x="1528888" y="2117685"/>
            <a:ext cx="996035" cy="45970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MaxPool2D</a:t>
            </a:r>
          </a:p>
          <a:p>
            <a:pPr algn="ctr"/>
            <a:r>
              <a:rPr lang="fr-FR" sz="1050" dirty="0"/>
              <a:t>224 </a:t>
            </a:r>
            <a:r>
              <a:rPr lang="fr-FR" sz="1050" dirty="0">
                <a:sym typeface="Wingdings" panose="05000000000000000000" pitchFamily="2" charset="2"/>
              </a:rPr>
              <a:t> 112</a:t>
            </a:r>
            <a:endParaRPr lang="en-US" sz="1050" dirty="0"/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27F0259B-FC1F-4CE6-8C1E-AEF30FB7B2D6}"/>
              </a:ext>
            </a:extLst>
          </p:cNvPr>
          <p:cNvCxnSpPr>
            <a:cxnSpLocks/>
            <a:stCxn id="3" idx="3"/>
            <a:endCxn id="10" idx="1"/>
          </p:cNvCxnSpPr>
          <p:nvPr/>
        </p:nvCxnSpPr>
        <p:spPr>
          <a:xfrm>
            <a:off x="1211935" y="2339023"/>
            <a:ext cx="316953" cy="85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7DCF3E44-F85A-488A-B890-CDA79C04F786}"/>
              </a:ext>
            </a:extLst>
          </p:cNvPr>
          <p:cNvCxnSpPr>
            <a:cxnSpLocks/>
            <a:stCxn id="10" idx="2"/>
            <a:endCxn id="8" idx="0"/>
          </p:cNvCxnSpPr>
          <p:nvPr/>
        </p:nvCxnSpPr>
        <p:spPr>
          <a:xfrm flipH="1">
            <a:off x="2026905" y="2577385"/>
            <a:ext cx="1" cy="32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>
            <a:extLst>
              <a:ext uri="{FF2B5EF4-FFF2-40B4-BE49-F238E27FC236}">
                <a16:creationId xmlns:a16="http://schemas.microsoft.com/office/drawing/2014/main" id="{5FE6EEE8-53A9-4BE1-A763-6AE38AC9A0D1}"/>
              </a:ext>
            </a:extLst>
          </p:cNvPr>
          <p:cNvSpPr txBox="1"/>
          <p:nvPr/>
        </p:nvSpPr>
        <p:spPr>
          <a:xfrm>
            <a:off x="2853018" y="3869702"/>
            <a:ext cx="1109995" cy="8172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 err="1"/>
              <a:t>Conv</a:t>
            </a:r>
            <a:r>
              <a:rPr lang="fr-FR" sz="1050" dirty="0"/>
              <a:t> 2d</a:t>
            </a:r>
          </a:p>
          <a:p>
            <a:pPr algn="ctr"/>
            <a:r>
              <a:rPr lang="fr-FR" sz="1050" dirty="0"/>
              <a:t>64 </a:t>
            </a:r>
            <a:r>
              <a:rPr lang="fr-FR" sz="1050" dirty="0">
                <a:sym typeface="Wingdings" panose="05000000000000000000" pitchFamily="2" charset="2"/>
              </a:rPr>
              <a:t> 128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3x3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BN + </a:t>
            </a:r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en-US" sz="1050" dirty="0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45022854-83DF-44E2-A204-1A17B2FE60AA}"/>
              </a:ext>
            </a:extLst>
          </p:cNvPr>
          <p:cNvSpPr txBox="1"/>
          <p:nvPr/>
        </p:nvSpPr>
        <p:spPr>
          <a:xfrm>
            <a:off x="2909999" y="3082885"/>
            <a:ext cx="996035" cy="45970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MaxPool2D</a:t>
            </a:r>
          </a:p>
          <a:p>
            <a:pPr algn="ctr"/>
            <a:r>
              <a:rPr lang="fr-FR" sz="1050" dirty="0"/>
              <a:t>122 </a:t>
            </a:r>
            <a:r>
              <a:rPr lang="fr-FR" sz="1050" dirty="0">
                <a:sym typeface="Wingdings" panose="05000000000000000000" pitchFamily="2" charset="2"/>
              </a:rPr>
              <a:t> 56</a:t>
            </a:r>
            <a:endParaRPr lang="en-US" sz="1050" dirty="0"/>
          </a:p>
        </p:txBody>
      </p: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69A4C717-7BB6-433E-A7FE-4CFC08004481}"/>
              </a:ext>
            </a:extLst>
          </p:cNvPr>
          <p:cNvCxnSpPr>
            <a:cxnSpLocks/>
            <a:endCxn id="37" idx="1"/>
          </p:cNvCxnSpPr>
          <p:nvPr/>
        </p:nvCxnSpPr>
        <p:spPr>
          <a:xfrm flipV="1">
            <a:off x="2593046" y="3312735"/>
            <a:ext cx="316953" cy="8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2633FE61-FA11-431B-AC5C-7B975698924C}"/>
              </a:ext>
            </a:extLst>
          </p:cNvPr>
          <p:cNvCxnSpPr>
            <a:cxnSpLocks/>
            <a:stCxn id="37" idx="2"/>
            <a:endCxn id="36" idx="0"/>
          </p:cNvCxnSpPr>
          <p:nvPr/>
        </p:nvCxnSpPr>
        <p:spPr>
          <a:xfrm flipH="1">
            <a:off x="3408016" y="3542585"/>
            <a:ext cx="1" cy="32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ZoneTexte 39">
            <a:extLst>
              <a:ext uri="{FF2B5EF4-FFF2-40B4-BE49-F238E27FC236}">
                <a16:creationId xmlns:a16="http://schemas.microsoft.com/office/drawing/2014/main" id="{0D736718-2484-40D0-B746-E77C7CAC98C6}"/>
              </a:ext>
            </a:extLst>
          </p:cNvPr>
          <p:cNvSpPr txBox="1"/>
          <p:nvPr/>
        </p:nvSpPr>
        <p:spPr>
          <a:xfrm>
            <a:off x="4254672" y="4853952"/>
            <a:ext cx="1109995" cy="8172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 err="1"/>
              <a:t>Conv</a:t>
            </a:r>
            <a:r>
              <a:rPr lang="fr-FR" sz="1050" dirty="0"/>
              <a:t> 2d</a:t>
            </a:r>
          </a:p>
          <a:p>
            <a:pPr algn="ctr"/>
            <a:r>
              <a:rPr lang="fr-FR" sz="1050" dirty="0"/>
              <a:t>128 </a:t>
            </a:r>
            <a:r>
              <a:rPr lang="fr-FR" sz="1050" dirty="0">
                <a:sym typeface="Wingdings" panose="05000000000000000000" pitchFamily="2" charset="2"/>
              </a:rPr>
              <a:t> 256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3x3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BN + </a:t>
            </a:r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en-US" sz="1050" dirty="0"/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888DE27D-002C-4004-A96A-8F0C24C554B0}"/>
              </a:ext>
            </a:extLst>
          </p:cNvPr>
          <p:cNvSpPr txBox="1"/>
          <p:nvPr/>
        </p:nvSpPr>
        <p:spPr>
          <a:xfrm>
            <a:off x="4311653" y="4067135"/>
            <a:ext cx="996035" cy="45970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MaxPool2D</a:t>
            </a:r>
          </a:p>
          <a:p>
            <a:pPr algn="ctr"/>
            <a:r>
              <a:rPr lang="fr-FR" sz="1050" dirty="0"/>
              <a:t>56 </a:t>
            </a:r>
            <a:r>
              <a:rPr lang="fr-FR" sz="1050" dirty="0">
                <a:sym typeface="Wingdings" panose="05000000000000000000" pitchFamily="2" charset="2"/>
              </a:rPr>
              <a:t> 28</a:t>
            </a:r>
            <a:endParaRPr lang="en-US" sz="1050" dirty="0"/>
          </a:p>
        </p:txBody>
      </p: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C386915B-61DD-404E-9512-EBE6DD4D28E7}"/>
              </a:ext>
            </a:extLst>
          </p:cNvPr>
          <p:cNvCxnSpPr>
            <a:cxnSpLocks/>
            <a:endCxn id="41" idx="1"/>
          </p:cNvCxnSpPr>
          <p:nvPr/>
        </p:nvCxnSpPr>
        <p:spPr>
          <a:xfrm flipV="1">
            <a:off x="3994700" y="4296985"/>
            <a:ext cx="316953" cy="8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E650A520-5529-4BF6-940F-A5682366E857}"/>
              </a:ext>
            </a:extLst>
          </p:cNvPr>
          <p:cNvCxnSpPr>
            <a:cxnSpLocks/>
            <a:stCxn id="41" idx="2"/>
            <a:endCxn id="40" idx="0"/>
          </p:cNvCxnSpPr>
          <p:nvPr/>
        </p:nvCxnSpPr>
        <p:spPr>
          <a:xfrm flipH="1">
            <a:off x="4809670" y="4526835"/>
            <a:ext cx="1" cy="32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145199E9-1F8D-4323-B0F5-5A7AEA5A02A3}"/>
              </a:ext>
            </a:extLst>
          </p:cNvPr>
          <p:cNvSpPr txBox="1"/>
          <p:nvPr/>
        </p:nvSpPr>
        <p:spPr>
          <a:xfrm>
            <a:off x="5642165" y="5844552"/>
            <a:ext cx="1109995" cy="8172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 err="1"/>
              <a:t>Conv</a:t>
            </a:r>
            <a:r>
              <a:rPr lang="fr-FR" sz="1050" dirty="0"/>
              <a:t> 2d</a:t>
            </a:r>
          </a:p>
          <a:p>
            <a:pPr algn="ctr"/>
            <a:r>
              <a:rPr lang="fr-FR" sz="1050" dirty="0"/>
              <a:t>256 </a:t>
            </a:r>
            <a:r>
              <a:rPr lang="fr-FR" sz="1050" dirty="0">
                <a:sym typeface="Wingdings" panose="05000000000000000000" pitchFamily="2" charset="2"/>
              </a:rPr>
              <a:t> 512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3x3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BN + </a:t>
            </a:r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en-US" sz="1050" dirty="0"/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C4493E95-E985-4BDE-B2AB-97834BA334A5}"/>
              </a:ext>
            </a:extLst>
          </p:cNvPr>
          <p:cNvSpPr txBox="1"/>
          <p:nvPr/>
        </p:nvSpPr>
        <p:spPr>
          <a:xfrm>
            <a:off x="5699146" y="5057735"/>
            <a:ext cx="996035" cy="45970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MaxPool2D</a:t>
            </a:r>
          </a:p>
          <a:p>
            <a:pPr algn="ctr"/>
            <a:r>
              <a:rPr lang="fr-FR" sz="1050" dirty="0"/>
              <a:t>28 </a:t>
            </a:r>
            <a:r>
              <a:rPr lang="fr-FR" sz="1050" dirty="0">
                <a:sym typeface="Wingdings" panose="05000000000000000000" pitchFamily="2" charset="2"/>
              </a:rPr>
              <a:t> 14</a:t>
            </a:r>
            <a:endParaRPr lang="en-US" sz="1050" dirty="0"/>
          </a:p>
        </p:txBody>
      </p: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9DA9DE45-2733-43AF-AE88-F596C45DE74D}"/>
              </a:ext>
            </a:extLst>
          </p:cNvPr>
          <p:cNvCxnSpPr>
            <a:cxnSpLocks/>
            <a:endCxn id="45" idx="1"/>
          </p:cNvCxnSpPr>
          <p:nvPr/>
        </p:nvCxnSpPr>
        <p:spPr>
          <a:xfrm flipV="1">
            <a:off x="5382193" y="5287585"/>
            <a:ext cx="316953" cy="8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7A35287C-6EB6-4234-A6B6-AB98299E3760}"/>
              </a:ext>
            </a:extLst>
          </p:cNvPr>
          <p:cNvCxnSpPr>
            <a:cxnSpLocks/>
            <a:stCxn id="45" idx="2"/>
            <a:endCxn id="44" idx="0"/>
          </p:cNvCxnSpPr>
          <p:nvPr/>
        </p:nvCxnSpPr>
        <p:spPr>
          <a:xfrm flipH="1">
            <a:off x="6197163" y="5517435"/>
            <a:ext cx="1" cy="32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ZoneTexte 48">
            <a:extLst>
              <a:ext uri="{FF2B5EF4-FFF2-40B4-BE49-F238E27FC236}">
                <a16:creationId xmlns:a16="http://schemas.microsoft.com/office/drawing/2014/main" id="{A8D44287-11C6-4EBF-9F73-B39AEA340C71}"/>
              </a:ext>
            </a:extLst>
          </p:cNvPr>
          <p:cNvSpPr txBox="1"/>
          <p:nvPr/>
        </p:nvSpPr>
        <p:spPr>
          <a:xfrm>
            <a:off x="7074208" y="6035635"/>
            <a:ext cx="996035" cy="45970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MaxPool2D</a:t>
            </a:r>
          </a:p>
          <a:p>
            <a:pPr algn="ctr"/>
            <a:r>
              <a:rPr lang="fr-FR" sz="1050" dirty="0"/>
              <a:t>14 </a:t>
            </a:r>
            <a:r>
              <a:rPr lang="fr-FR" sz="1050" dirty="0">
                <a:sym typeface="Wingdings" panose="05000000000000000000" pitchFamily="2" charset="2"/>
              </a:rPr>
              <a:t> 7</a:t>
            </a:r>
            <a:endParaRPr lang="en-US" sz="1050" dirty="0"/>
          </a:p>
        </p:txBody>
      </p: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883D4E70-99A1-4DF5-A1A7-7E89266B1355}"/>
              </a:ext>
            </a:extLst>
          </p:cNvPr>
          <p:cNvCxnSpPr>
            <a:cxnSpLocks/>
            <a:endCxn id="49" idx="1"/>
          </p:cNvCxnSpPr>
          <p:nvPr/>
        </p:nvCxnSpPr>
        <p:spPr>
          <a:xfrm flipV="1">
            <a:off x="6757255" y="6265485"/>
            <a:ext cx="316953" cy="8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DA2DCC53-92ED-48EB-B07A-895DC242FE24}"/>
              </a:ext>
            </a:extLst>
          </p:cNvPr>
          <p:cNvSpPr/>
          <p:nvPr/>
        </p:nvSpPr>
        <p:spPr>
          <a:xfrm>
            <a:off x="5751394" y="1869259"/>
            <a:ext cx="2586818" cy="303260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2E98A92D-D8C8-418C-8D50-70EF4C48D401}"/>
              </a:ext>
            </a:extLst>
          </p:cNvPr>
          <p:cNvSpPr txBox="1"/>
          <p:nvPr/>
        </p:nvSpPr>
        <p:spPr>
          <a:xfrm>
            <a:off x="6157512" y="3321252"/>
            <a:ext cx="1915898" cy="1353562"/>
          </a:xfrm>
          <a:prstGeom prst="round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Global </a:t>
            </a:r>
            <a:r>
              <a:rPr lang="fr-FR" sz="1050" dirty="0" err="1"/>
              <a:t>Average</a:t>
            </a:r>
            <a:r>
              <a:rPr lang="fr-FR" sz="1050" dirty="0"/>
              <a:t> </a:t>
            </a:r>
            <a:r>
              <a:rPr lang="fr-FR" sz="1050" dirty="0" err="1"/>
              <a:t>Pooling</a:t>
            </a:r>
            <a:endParaRPr lang="fr-FR" sz="1050" dirty="0"/>
          </a:p>
          <a:p>
            <a:pPr algn="ctr"/>
            <a:r>
              <a:rPr lang="fr-FR" sz="1050" dirty="0" err="1">
                <a:sym typeface="Wingdings" panose="05000000000000000000" pitchFamily="2" charset="2"/>
              </a:rPr>
              <a:t>Flatten</a:t>
            </a:r>
            <a:endParaRPr lang="fr-FR" sz="1050" dirty="0">
              <a:sym typeface="Wingdings" panose="05000000000000000000" pitchFamily="2" charset="2"/>
            </a:endParaRP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Dropout 0,4</a:t>
            </a:r>
          </a:p>
          <a:p>
            <a:pPr algn="ctr"/>
            <a:r>
              <a:rPr lang="fr-FR" sz="1050" dirty="0" err="1">
                <a:sym typeface="Wingdings" panose="05000000000000000000" pitchFamily="2" charset="2"/>
              </a:rPr>
              <a:t>Linear</a:t>
            </a:r>
            <a:r>
              <a:rPr lang="fr-FR" sz="1050" dirty="0">
                <a:sym typeface="Wingdings" panose="05000000000000000000" pitchFamily="2" charset="2"/>
              </a:rPr>
              <a:t> 512  256</a:t>
            </a:r>
          </a:p>
          <a:p>
            <a:pPr algn="ctr"/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fr-FR" sz="1050" dirty="0">
              <a:sym typeface="Wingdings" panose="05000000000000000000" pitchFamily="2" charset="2"/>
            </a:endParaRP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Dropout 0,4</a:t>
            </a:r>
          </a:p>
          <a:p>
            <a:pPr algn="ctr"/>
            <a:r>
              <a:rPr lang="fr-FR" sz="1050" dirty="0" err="1">
                <a:sym typeface="Wingdings" panose="05000000000000000000" pitchFamily="2" charset="2"/>
              </a:rPr>
              <a:t>Linear</a:t>
            </a:r>
            <a:r>
              <a:rPr lang="fr-FR" sz="1050" dirty="0">
                <a:sym typeface="Wingdings" panose="05000000000000000000" pitchFamily="2" charset="2"/>
              </a:rPr>
              <a:t> 256 2</a:t>
            </a:r>
            <a:endParaRPr lang="en-US" sz="1050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1F2D9E7A-A789-4D30-9BEF-0B4BFB48F2D5}"/>
              </a:ext>
            </a:extLst>
          </p:cNvPr>
          <p:cNvSpPr txBox="1"/>
          <p:nvPr/>
        </p:nvSpPr>
        <p:spPr>
          <a:xfrm>
            <a:off x="6576190" y="2597581"/>
            <a:ext cx="996035" cy="280928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LR 0,001</a:t>
            </a:r>
            <a:endParaRPr lang="en-US" sz="105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46FC88DB-221B-4048-8E0D-41D4E1EADC6F}"/>
              </a:ext>
            </a:extLst>
          </p:cNvPr>
          <p:cNvSpPr txBox="1"/>
          <p:nvPr/>
        </p:nvSpPr>
        <p:spPr>
          <a:xfrm>
            <a:off x="6692278" y="2921592"/>
            <a:ext cx="879947" cy="280928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10 </a:t>
            </a:r>
            <a:r>
              <a:rPr lang="fr-FR" sz="1050" dirty="0" err="1"/>
              <a:t>Epochs</a:t>
            </a:r>
            <a:endParaRPr lang="en-US" sz="105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53A27F3-F008-481E-93F0-6C825C780CAC}"/>
              </a:ext>
            </a:extLst>
          </p:cNvPr>
          <p:cNvSpPr txBox="1"/>
          <p:nvPr/>
        </p:nvSpPr>
        <p:spPr>
          <a:xfrm>
            <a:off x="1682663" y="4396245"/>
            <a:ext cx="996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FREEZE</a:t>
            </a:r>
            <a:endParaRPr lang="en-US" dirty="0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6FD51F32-4060-4B97-A4AF-00AA6889F622}"/>
              </a:ext>
            </a:extLst>
          </p:cNvPr>
          <p:cNvSpPr txBox="1"/>
          <p:nvPr/>
        </p:nvSpPr>
        <p:spPr>
          <a:xfrm>
            <a:off x="5745706" y="1958635"/>
            <a:ext cx="996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TRAIN</a:t>
            </a:r>
            <a:endParaRPr lang="en-US" dirty="0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E5660FF0-EFDB-4E34-B134-4059EBD0DAEA}"/>
              </a:ext>
            </a:extLst>
          </p:cNvPr>
          <p:cNvSpPr txBox="1"/>
          <p:nvPr/>
        </p:nvSpPr>
        <p:spPr>
          <a:xfrm>
            <a:off x="9067800" y="240268"/>
            <a:ext cx="2717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VAL SET (30 IMAGES)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D05086AA-7D44-4897-9BD2-4E6FAAB7A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2472" y="901147"/>
            <a:ext cx="3428917" cy="3032609"/>
          </a:xfrm>
          <a:prstGeom prst="rect">
            <a:avLst/>
          </a:prstGeom>
        </p:spPr>
      </p:pic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E3A406AA-713B-42E7-98A1-D10536AEB41E}"/>
              </a:ext>
            </a:extLst>
          </p:cNvPr>
          <p:cNvCxnSpPr>
            <a:cxnSpLocks/>
            <a:stCxn id="51" idx="2"/>
          </p:cNvCxnSpPr>
          <p:nvPr/>
        </p:nvCxnSpPr>
        <p:spPr>
          <a:xfrm>
            <a:off x="7779853" y="1695836"/>
            <a:ext cx="0" cy="15066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ZoneTexte 50">
            <a:extLst>
              <a:ext uri="{FF2B5EF4-FFF2-40B4-BE49-F238E27FC236}">
                <a16:creationId xmlns:a16="http://schemas.microsoft.com/office/drawing/2014/main" id="{3BE392BD-4C7E-45A3-A05D-01B676E2F38A}"/>
              </a:ext>
            </a:extLst>
          </p:cNvPr>
          <p:cNvSpPr txBox="1"/>
          <p:nvPr/>
        </p:nvSpPr>
        <p:spPr>
          <a:xfrm>
            <a:off x="7078179" y="1326504"/>
            <a:ext cx="1403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5"/>
                </a:solidFill>
              </a:rPr>
              <a:t>Labels forts</a:t>
            </a:r>
            <a:endParaRPr lang="en-US" dirty="0">
              <a:solidFill>
                <a:schemeClr val="accent5"/>
              </a:solidFill>
            </a:endParaRPr>
          </a:p>
        </p:txBody>
      </p: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1ABCA897-3CA7-44CB-9567-9D57A663B814}"/>
              </a:ext>
            </a:extLst>
          </p:cNvPr>
          <p:cNvCxnSpPr>
            <a:cxnSpLocks/>
            <a:stCxn id="49" idx="0"/>
          </p:cNvCxnSpPr>
          <p:nvPr/>
        </p:nvCxnSpPr>
        <p:spPr>
          <a:xfrm flipH="1" flipV="1">
            <a:off x="7572225" y="4686947"/>
            <a:ext cx="1" cy="1348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6956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solidFill>
                  <a:schemeClr val="tx1"/>
                </a:solidFill>
              </a:rPr>
              <a:t>4: SUPERVISE</a:t>
            </a:r>
            <a:br>
              <a:rPr lang="fr-FR" dirty="0"/>
            </a:br>
            <a:r>
              <a:rPr lang="fr-FR" dirty="0"/>
              <a:t>Labels forts + CNN </a:t>
            </a:r>
            <a:endParaRPr lang="en-US" dirty="0"/>
          </a:p>
        </p:txBody>
      </p:sp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6DAEBA64-A28E-4D8D-9CD1-08A02D456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6576871"/>
              </p:ext>
            </p:extLst>
          </p:nvPr>
        </p:nvGraphicFramePr>
        <p:xfrm>
          <a:off x="9155240" y="4082577"/>
          <a:ext cx="26565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9651">
                  <a:extLst>
                    <a:ext uri="{9D8B030D-6E8A-4147-A177-3AD203B41FA5}">
                      <a16:colId xmlns:a16="http://schemas.microsoft.com/office/drawing/2014/main" val="4073295830"/>
                    </a:ext>
                  </a:extLst>
                </a:gridCol>
                <a:gridCol w="1206888">
                  <a:extLst>
                    <a:ext uri="{9D8B030D-6E8A-4147-A177-3AD203B41FA5}">
                      <a16:colId xmlns:a16="http://schemas.microsoft.com/office/drawing/2014/main" val="3447835157"/>
                    </a:ext>
                  </a:extLst>
                </a:gridCol>
              </a:tblGrid>
              <a:tr h="236425">
                <a:tc>
                  <a:txBody>
                    <a:bodyPr/>
                    <a:lstStyle/>
                    <a:p>
                      <a:r>
                        <a:rPr lang="fr-FR" dirty="0"/>
                        <a:t>Métrique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Valeur %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2565744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dirty="0" err="1"/>
                        <a:t>Accuracy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83</a:t>
                      </a:r>
                      <a:endParaRPr 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6638521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dirty="0" err="1"/>
                        <a:t>Precision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81</a:t>
                      </a:r>
                      <a:endParaRPr 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6292043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b="1" dirty="0" err="1">
                          <a:solidFill>
                            <a:srgbClr val="00B050"/>
                          </a:solidFill>
                        </a:rPr>
                        <a:t>Recall</a:t>
                      </a:r>
                      <a:endParaRPr 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rgbClr val="00B050"/>
                          </a:solidFill>
                        </a:rPr>
                        <a:t>87 </a:t>
                      </a:r>
                      <a:endParaRPr 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2907605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dirty="0"/>
                        <a:t>F1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84</a:t>
                      </a:r>
                      <a:endParaRPr lang="en-US" sz="14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5506803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rgbClr val="00B050"/>
                          </a:solidFill>
                        </a:rPr>
                        <a:t>F2</a:t>
                      </a:r>
                      <a:endParaRPr 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rgbClr val="00B050"/>
                          </a:solidFill>
                        </a:rPr>
                        <a:t>86</a:t>
                      </a:r>
                      <a:endParaRPr lang="en-US" sz="14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7465175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dirty="0"/>
                        <a:t>ARI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43</a:t>
                      </a:r>
                      <a:endParaRPr 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0522539"/>
                  </a:ext>
                </a:extLst>
              </a:tr>
            </a:tbl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DF7A9AFC-4FAF-446B-A3BF-B3AF8052B5DC}"/>
              </a:ext>
            </a:extLst>
          </p:cNvPr>
          <p:cNvSpPr txBox="1"/>
          <p:nvPr/>
        </p:nvSpPr>
        <p:spPr>
          <a:xfrm>
            <a:off x="215900" y="1930400"/>
            <a:ext cx="996035" cy="8172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 err="1"/>
              <a:t>Conv</a:t>
            </a:r>
            <a:r>
              <a:rPr lang="fr-FR" sz="1050" dirty="0"/>
              <a:t> 2d</a:t>
            </a:r>
          </a:p>
          <a:p>
            <a:pPr algn="ctr"/>
            <a:r>
              <a:rPr lang="fr-FR" sz="1050" dirty="0"/>
              <a:t>3 </a:t>
            </a:r>
            <a:r>
              <a:rPr lang="fr-FR" sz="1050" dirty="0">
                <a:sym typeface="Wingdings" panose="05000000000000000000" pitchFamily="2" charset="2"/>
              </a:rPr>
              <a:t> 32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3x3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BN + </a:t>
            </a:r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en-US" sz="105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FD9C790-A024-4175-B567-54FFA7E6ED3F}"/>
              </a:ext>
            </a:extLst>
          </p:cNvPr>
          <p:cNvSpPr txBox="1"/>
          <p:nvPr/>
        </p:nvSpPr>
        <p:spPr>
          <a:xfrm>
            <a:off x="1471907" y="2904502"/>
            <a:ext cx="1109995" cy="8172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 err="1"/>
              <a:t>Conv</a:t>
            </a:r>
            <a:r>
              <a:rPr lang="fr-FR" sz="1050" dirty="0"/>
              <a:t> 2d</a:t>
            </a:r>
          </a:p>
          <a:p>
            <a:pPr algn="ctr"/>
            <a:r>
              <a:rPr lang="fr-FR" sz="1050" dirty="0"/>
              <a:t>32 </a:t>
            </a:r>
            <a:r>
              <a:rPr lang="fr-FR" sz="1050" dirty="0">
                <a:sym typeface="Wingdings" panose="05000000000000000000" pitchFamily="2" charset="2"/>
              </a:rPr>
              <a:t> 64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3x3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BN + </a:t>
            </a:r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en-US" sz="105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347A007-A47F-43D0-B636-7AA806765533}"/>
              </a:ext>
            </a:extLst>
          </p:cNvPr>
          <p:cNvSpPr txBox="1"/>
          <p:nvPr/>
        </p:nvSpPr>
        <p:spPr>
          <a:xfrm>
            <a:off x="1528888" y="2117685"/>
            <a:ext cx="996035" cy="45970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MaxPool2D</a:t>
            </a:r>
          </a:p>
          <a:p>
            <a:pPr algn="ctr"/>
            <a:r>
              <a:rPr lang="fr-FR" sz="1050" dirty="0"/>
              <a:t>224 </a:t>
            </a:r>
            <a:r>
              <a:rPr lang="fr-FR" sz="1050" dirty="0">
                <a:sym typeface="Wingdings" panose="05000000000000000000" pitchFamily="2" charset="2"/>
              </a:rPr>
              <a:t> 112</a:t>
            </a:r>
            <a:endParaRPr lang="en-US" sz="1050" dirty="0"/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27F0259B-FC1F-4CE6-8C1E-AEF30FB7B2D6}"/>
              </a:ext>
            </a:extLst>
          </p:cNvPr>
          <p:cNvCxnSpPr>
            <a:cxnSpLocks/>
            <a:stCxn id="3" idx="3"/>
            <a:endCxn id="10" idx="1"/>
          </p:cNvCxnSpPr>
          <p:nvPr/>
        </p:nvCxnSpPr>
        <p:spPr>
          <a:xfrm>
            <a:off x="1211935" y="2339023"/>
            <a:ext cx="316953" cy="85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7DCF3E44-F85A-488A-B890-CDA79C04F786}"/>
              </a:ext>
            </a:extLst>
          </p:cNvPr>
          <p:cNvCxnSpPr>
            <a:cxnSpLocks/>
            <a:stCxn id="10" idx="2"/>
            <a:endCxn id="8" idx="0"/>
          </p:cNvCxnSpPr>
          <p:nvPr/>
        </p:nvCxnSpPr>
        <p:spPr>
          <a:xfrm flipH="1">
            <a:off x="2026905" y="2577385"/>
            <a:ext cx="1" cy="32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>
            <a:extLst>
              <a:ext uri="{FF2B5EF4-FFF2-40B4-BE49-F238E27FC236}">
                <a16:creationId xmlns:a16="http://schemas.microsoft.com/office/drawing/2014/main" id="{5FE6EEE8-53A9-4BE1-A763-6AE38AC9A0D1}"/>
              </a:ext>
            </a:extLst>
          </p:cNvPr>
          <p:cNvSpPr txBox="1"/>
          <p:nvPr/>
        </p:nvSpPr>
        <p:spPr>
          <a:xfrm>
            <a:off x="2853018" y="3869702"/>
            <a:ext cx="1109995" cy="8172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 err="1"/>
              <a:t>Conv</a:t>
            </a:r>
            <a:r>
              <a:rPr lang="fr-FR" sz="1050" dirty="0"/>
              <a:t> 2d</a:t>
            </a:r>
          </a:p>
          <a:p>
            <a:pPr algn="ctr"/>
            <a:r>
              <a:rPr lang="fr-FR" sz="1050" dirty="0"/>
              <a:t>64 </a:t>
            </a:r>
            <a:r>
              <a:rPr lang="fr-FR" sz="1050" dirty="0">
                <a:sym typeface="Wingdings" panose="05000000000000000000" pitchFamily="2" charset="2"/>
              </a:rPr>
              <a:t> 128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3x3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BN + </a:t>
            </a:r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en-US" sz="1050" dirty="0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45022854-83DF-44E2-A204-1A17B2FE60AA}"/>
              </a:ext>
            </a:extLst>
          </p:cNvPr>
          <p:cNvSpPr txBox="1"/>
          <p:nvPr/>
        </p:nvSpPr>
        <p:spPr>
          <a:xfrm>
            <a:off x="2909999" y="3082885"/>
            <a:ext cx="996035" cy="45970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MaxPool2D</a:t>
            </a:r>
          </a:p>
          <a:p>
            <a:pPr algn="ctr"/>
            <a:r>
              <a:rPr lang="fr-FR" sz="1050" dirty="0"/>
              <a:t>122 </a:t>
            </a:r>
            <a:r>
              <a:rPr lang="fr-FR" sz="1050" dirty="0">
                <a:sym typeface="Wingdings" panose="05000000000000000000" pitchFamily="2" charset="2"/>
              </a:rPr>
              <a:t> 56</a:t>
            </a:r>
            <a:endParaRPr lang="en-US" sz="1050" dirty="0"/>
          </a:p>
        </p:txBody>
      </p: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69A4C717-7BB6-433E-A7FE-4CFC08004481}"/>
              </a:ext>
            </a:extLst>
          </p:cNvPr>
          <p:cNvCxnSpPr>
            <a:cxnSpLocks/>
            <a:endCxn id="37" idx="1"/>
          </p:cNvCxnSpPr>
          <p:nvPr/>
        </p:nvCxnSpPr>
        <p:spPr>
          <a:xfrm flipV="1">
            <a:off x="2593046" y="3312735"/>
            <a:ext cx="316953" cy="8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2633FE61-FA11-431B-AC5C-7B975698924C}"/>
              </a:ext>
            </a:extLst>
          </p:cNvPr>
          <p:cNvCxnSpPr>
            <a:cxnSpLocks/>
            <a:stCxn id="37" idx="2"/>
            <a:endCxn id="36" idx="0"/>
          </p:cNvCxnSpPr>
          <p:nvPr/>
        </p:nvCxnSpPr>
        <p:spPr>
          <a:xfrm flipH="1">
            <a:off x="3408016" y="3542585"/>
            <a:ext cx="1" cy="32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ZoneTexte 39">
            <a:extLst>
              <a:ext uri="{FF2B5EF4-FFF2-40B4-BE49-F238E27FC236}">
                <a16:creationId xmlns:a16="http://schemas.microsoft.com/office/drawing/2014/main" id="{0D736718-2484-40D0-B746-E77C7CAC98C6}"/>
              </a:ext>
            </a:extLst>
          </p:cNvPr>
          <p:cNvSpPr txBox="1"/>
          <p:nvPr/>
        </p:nvSpPr>
        <p:spPr>
          <a:xfrm>
            <a:off x="4254672" y="4853952"/>
            <a:ext cx="1109995" cy="8172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 err="1"/>
              <a:t>Conv</a:t>
            </a:r>
            <a:r>
              <a:rPr lang="fr-FR" sz="1050" dirty="0"/>
              <a:t> 2d</a:t>
            </a:r>
          </a:p>
          <a:p>
            <a:pPr algn="ctr"/>
            <a:r>
              <a:rPr lang="fr-FR" sz="1050" dirty="0"/>
              <a:t>128 </a:t>
            </a:r>
            <a:r>
              <a:rPr lang="fr-FR" sz="1050" dirty="0">
                <a:sym typeface="Wingdings" panose="05000000000000000000" pitchFamily="2" charset="2"/>
              </a:rPr>
              <a:t> 256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3x3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BN + </a:t>
            </a:r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en-US" sz="1050" dirty="0"/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888DE27D-002C-4004-A96A-8F0C24C554B0}"/>
              </a:ext>
            </a:extLst>
          </p:cNvPr>
          <p:cNvSpPr txBox="1"/>
          <p:nvPr/>
        </p:nvSpPr>
        <p:spPr>
          <a:xfrm>
            <a:off x="4311653" y="4067135"/>
            <a:ext cx="996035" cy="45970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MaxPool2D</a:t>
            </a:r>
          </a:p>
          <a:p>
            <a:pPr algn="ctr"/>
            <a:r>
              <a:rPr lang="fr-FR" sz="1050" dirty="0"/>
              <a:t>56 </a:t>
            </a:r>
            <a:r>
              <a:rPr lang="fr-FR" sz="1050" dirty="0">
                <a:sym typeface="Wingdings" panose="05000000000000000000" pitchFamily="2" charset="2"/>
              </a:rPr>
              <a:t> 28</a:t>
            </a:r>
            <a:endParaRPr lang="en-US" sz="1050" dirty="0"/>
          </a:p>
        </p:txBody>
      </p: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C386915B-61DD-404E-9512-EBE6DD4D28E7}"/>
              </a:ext>
            </a:extLst>
          </p:cNvPr>
          <p:cNvCxnSpPr>
            <a:cxnSpLocks/>
            <a:endCxn id="41" idx="1"/>
          </p:cNvCxnSpPr>
          <p:nvPr/>
        </p:nvCxnSpPr>
        <p:spPr>
          <a:xfrm flipV="1">
            <a:off x="3994700" y="4296985"/>
            <a:ext cx="316953" cy="8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E650A520-5529-4BF6-940F-A5682366E857}"/>
              </a:ext>
            </a:extLst>
          </p:cNvPr>
          <p:cNvCxnSpPr>
            <a:cxnSpLocks/>
            <a:stCxn id="41" idx="2"/>
            <a:endCxn id="40" idx="0"/>
          </p:cNvCxnSpPr>
          <p:nvPr/>
        </p:nvCxnSpPr>
        <p:spPr>
          <a:xfrm flipH="1">
            <a:off x="4809670" y="4526835"/>
            <a:ext cx="1" cy="32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145199E9-1F8D-4323-B0F5-5A7AEA5A02A3}"/>
              </a:ext>
            </a:extLst>
          </p:cNvPr>
          <p:cNvSpPr txBox="1"/>
          <p:nvPr/>
        </p:nvSpPr>
        <p:spPr>
          <a:xfrm>
            <a:off x="5642165" y="5844552"/>
            <a:ext cx="1109995" cy="8172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 err="1"/>
              <a:t>Conv</a:t>
            </a:r>
            <a:r>
              <a:rPr lang="fr-FR" sz="1050" dirty="0"/>
              <a:t> 2d</a:t>
            </a:r>
          </a:p>
          <a:p>
            <a:pPr algn="ctr"/>
            <a:r>
              <a:rPr lang="fr-FR" sz="1050" dirty="0"/>
              <a:t>256 </a:t>
            </a:r>
            <a:r>
              <a:rPr lang="fr-FR" sz="1050" dirty="0">
                <a:sym typeface="Wingdings" panose="05000000000000000000" pitchFamily="2" charset="2"/>
              </a:rPr>
              <a:t> 512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3x3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BN + </a:t>
            </a:r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en-US" sz="1050" dirty="0"/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C4493E95-E985-4BDE-B2AB-97834BA334A5}"/>
              </a:ext>
            </a:extLst>
          </p:cNvPr>
          <p:cNvSpPr txBox="1"/>
          <p:nvPr/>
        </p:nvSpPr>
        <p:spPr>
          <a:xfrm>
            <a:off x="5699146" y="5057735"/>
            <a:ext cx="996035" cy="45970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MaxPool2D</a:t>
            </a:r>
          </a:p>
          <a:p>
            <a:pPr algn="ctr"/>
            <a:r>
              <a:rPr lang="fr-FR" sz="1050" dirty="0"/>
              <a:t>28 </a:t>
            </a:r>
            <a:r>
              <a:rPr lang="fr-FR" sz="1050" dirty="0">
                <a:sym typeface="Wingdings" panose="05000000000000000000" pitchFamily="2" charset="2"/>
              </a:rPr>
              <a:t> 14</a:t>
            </a:r>
            <a:endParaRPr lang="en-US" sz="1050" dirty="0"/>
          </a:p>
        </p:txBody>
      </p: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9DA9DE45-2733-43AF-AE88-F596C45DE74D}"/>
              </a:ext>
            </a:extLst>
          </p:cNvPr>
          <p:cNvCxnSpPr>
            <a:cxnSpLocks/>
            <a:endCxn id="45" idx="1"/>
          </p:cNvCxnSpPr>
          <p:nvPr/>
        </p:nvCxnSpPr>
        <p:spPr>
          <a:xfrm flipV="1">
            <a:off x="5382193" y="5287585"/>
            <a:ext cx="316953" cy="8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7A35287C-6EB6-4234-A6B6-AB98299E3760}"/>
              </a:ext>
            </a:extLst>
          </p:cNvPr>
          <p:cNvCxnSpPr>
            <a:cxnSpLocks/>
            <a:stCxn id="45" idx="2"/>
            <a:endCxn id="44" idx="0"/>
          </p:cNvCxnSpPr>
          <p:nvPr/>
        </p:nvCxnSpPr>
        <p:spPr>
          <a:xfrm flipH="1">
            <a:off x="6197163" y="5517435"/>
            <a:ext cx="1" cy="32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ZoneTexte 48">
            <a:extLst>
              <a:ext uri="{FF2B5EF4-FFF2-40B4-BE49-F238E27FC236}">
                <a16:creationId xmlns:a16="http://schemas.microsoft.com/office/drawing/2014/main" id="{A8D44287-11C6-4EBF-9F73-B39AEA340C71}"/>
              </a:ext>
            </a:extLst>
          </p:cNvPr>
          <p:cNvSpPr txBox="1"/>
          <p:nvPr/>
        </p:nvSpPr>
        <p:spPr>
          <a:xfrm>
            <a:off x="7074208" y="6035635"/>
            <a:ext cx="996035" cy="45970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MaxPool2D</a:t>
            </a:r>
          </a:p>
          <a:p>
            <a:pPr algn="ctr"/>
            <a:r>
              <a:rPr lang="fr-FR" sz="1050" dirty="0"/>
              <a:t>14 </a:t>
            </a:r>
            <a:r>
              <a:rPr lang="fr-FR" sz="1050" dirty="0">
                <a:sym typeface="Wingdings" panose="05000000000000000000" pitchFamily="2" charset="2"/>
              </a:rPr>
              <a:t> 7</a:t>
            </a:r>
            <a:endParaRPr lang="en-US" sz="1050" dirty="0"/>
          </a:p>
        </p:txBody>
      </p: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883D4E70-99A1-4DF5-A1A7-7E89266B1355}"/>
              </a:ext>
            </a:extLst>
          </p:cNvPr>
          <p:cNvCxnSpPr>
            <a:cxnSpLocks/>
            <a:endCxn id="49" idx="1"/>
          </p:cNvCxnSpPr>
          <p:nvPr/>
        </p:nvCxnSpPr>
        <p:spPr>
          <a:xfrm flipV="1">
            <a:off x="6757255" y="6265485"/>
            <a:ext cx="316953" cy="8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1ABCA897-3CA7-44CB-9567-9D57A663B814}"/>
              </a:ext>
            </a:extLst>
          </p:cNvPr>
          <p:cNvCxnSpPr>
            <a:cxnSpLocks/>
            <a:stCxn id="49" idx="0"/>
          </p:cNvCxnSpPr>
          <p:nvPr/>
        </p:nvCxnSpPr>
        <p:spPr>
          <a:xfrm flipH="1" flipV="1">
            <a:off x="7572225" y="4686947"/>
            <a:ext cx="1" cy="1348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ZoneTexte 54">
            <a:extLst>
              <a:ext uri="{FF2B5EF4-FFF2-40B4-BE49-F238E27FC236}">
                <a16:creationId xmlns:a16="http://schemas.microsoft.com/office/drawing/2014/main" id="{2E98A92D-D8C8-418C-8D50-70EF4C48D401}"/>
              </a:ext>
            </a:extLst>
          </p:cNvPr>
          <p:cNvSpPr txBox="1"/>
          <p:nvPr/>
        </p:nvSpPr>
        <p:spPr>
          <a:xfrm>
            <a:off x="6157512" y="3321252"/>
            <a:ext cx="1915898" cy="1353562"/>
          </a:xfrm>
          <a:prstGeom prst="round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Global </a:t>
            </a:r>
            <a:r>
              <a:rPr lang="fr-FR" sz="1050" dirty="0" err="1"/>
              <a:t>Average</a:t>
            </a:r>
            <a:r>
              <a:rPr lang="fr-FR" sz="1050" dirty="0"/>
              <a:t> </a:t>
            </a:r>
            <a:r>
              <a:rPr lang="fr-FR" sz="1050" dirty="0" err="1"/>
              <a:t>Pooling</a:t>
            </a:r>
            <a:endParaRPr lang="fr-FR" sz="1050" dirty="0"/>
          </a:p>
          <a:p>
            <a:pPr algn="ctr"/>
            <a:r>
              <a:rPr lang="fr-FR" sz="1050" dirty="0" err="1">
                <a:sym typeface="Wingdings" panose="05000000000000000000" pitchFamily="2" charset="2"/>
              </a:rPr>
              <a:t>Flatten</a:t>
            </a:r>
            <a:endParaRPr lang="fr-FR" sz="1050" dirty="0">
              <a:sym typeface="Wingdings" panose="05000000000000000000" pitchFamily="2" charset="2"/>
            </a:endParaRP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Dropout 0,4</a:t>
            </a:r>
          </a:p>
          <a:p>
            <a:pPr algn="ctr"/>
            <a:r>
              <a:rPr lang="fr-FR" sz="1050" dirty="0" err="1">
                <a:sym typeface="Wingdings" panose="05000000000000000000" pitchFamily="2" charset="2"/>
              </a:rPr>
              <a:t>Linear</a:t>
            </a:r>
            <a:r>
              <a:rPr lang="fr-FR" sz="1050" dirty="0">
                <a:sym typeface="Wingdings" panose="05000000000000000000" pitchFamily="2" charset="2"/>
              </a:rPr>
              <a:t> 512  256</a:t>
            </a:r>
          </a:p>
          <a:p>
            <a:pPr algn="ctr"/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fr-FR" sz="1050" dirty="0">
              <a:sym typeface="Wingdings" panose="05000000000000000000" pitchFamily="2" charset="2"/>
            </a:endParaRP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Dropout 0,4</a:t>
            </a:r>
          </a:p>
          <a:p>
            <a:pPr algn="ctr"/>
            <a:r>
              <a:rPr lang="fr-FR" sz="1050" dirty="0" err="1">
                <a:sym typeface="Wingdings" panose="05000000000000000000" pitchFamily="2" charset="2"/>
              </a:rPr>
              <a:t>Linear</a:t>
            </a:r>
            <a:r>
              <a:rPr lang="fr-FR" sz="1050" dirty="0">
                <a:sym typeface="Wingdings" panose="05000000000000000000" pitchFamily="2" charset="2"/>
              </a:rPr>
              <a:t> 256 2</a:t>
            </a:r>
            <a:endParaRPr lang="en-US" sz="1050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1F2D9E7A-A789-4D30-9BEF-0B4BFB48F2D5}"/>
              </a:ext>
            </a:extLst>
          </p:cNvPr>
          <p:cNvSpPr txBox="1"/>
          <p:nvPr/>
        </p:nvSpPr>
        <p:spPr>
          <a:xfrm>
            <a:off x="1030870" y="5147121"/>
            <a:ext cx="996035" cy="280928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LR 0,001</a:t>
            </a:r>
            <a:endParaRPr lang="en-US" sz="105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46FC88DB-221B-4048-8E0D-41D4E1EADC6F}"/>
              </a:ext>
            </a:extLst>
          </p:cNvPr>
          <p:cNvSpPr txBox="1"/>
          <p:nvPr/>
        </p:nvSpPr>
        <p:spPr>
          <a:xfrm>
            <a:off x="1146958" y="5471132"/>
            <a:ext cx="763859" cy="280928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8 </a:t>
            </a:r>
            <a:r>
              <a:rPr lang="fr-FR" sz="1050" dirty="0" err="1"/>
              <a:t>Epochs</a:t>
            </a:r>
            <a:endParaRPr lang="en-US" sz="1050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CD222059-3A84-46BD-A26D-787B9213B136}"/>
              </a:ext>
            </a:extLst>
          </p:cNvPr>
          <p:cNvSpPr txBox="1"/>
          <p:nvPr/>
        </p:nvSpPr>
        <p:spPr>
          <a:xfrm>
            <a:off x="9067800" y="240268"/>
            <a:ext cx="2717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VAL SET (30 IMAGES)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A3FDACD3-A101-45F1-93A2-C9FB79394FF7}"/>
              </a:ext>
            </a:extLst>
          </p:cNvPr>
          <p:cNvCxnSpPr>
            <a:cxnSpLocks/>
          </p:cNvCxnSpPr>
          <p:nvPr/>
        </p:nvCxnSpPr>
        <p:spPr>
          <a:xfrm>
            <a:off x="6883400" y="2813050"/>
            <a:ext cx="0" cy="3746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ZoneTexte 29">
            <a:extLst>
              <a:ext uri="{FF2B5EF4-FFF2-40B4-BE49-F238E27FC236}">
                <a16:creationId xmlns:a16="http://schemas.microsoft.com/office/drawing/2014/main" id="{E507D07F-ABB2-4ACB-8270-CD809C9A7FF8}"/>
              </a:ext>
            </a:extLst>
          </p:cNvPr>
          <p:cNvSpPr txBox="1"/>
          <p:nvPr/>
        </p:nvSpPr>
        <p:spPr>
          <a:xfrm>
            <a:off x="6197162" y="2162502"/>
            <a:ext cx="1403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5"/>
                </a:solidFill>
              </a:rPr>
              <a:t>Labels </a:t>
            </a:r>
          </a:p>
          <a:p>
            <a:pPr algn="ctr"/>
            <a:r>
              <a:rPr lang="fr-FR" dirty="0">
                <a:solidFill>
                  <a:schemeClr val="accent5"/>
                </a:solidFill>
              </a:rPr>
              <a:t>forts</a:t>
            </a:r>
            <a:endParaRPr lang="en-US" dirty="0">
              <a:solidFill>
                <a:schemeClr val="accent5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0568B07-69CC-464A-9E0D-A76CD2443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0480" y="846495"/>
            <a:ext cx="3305346" cy="2984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4355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 err="1">
                <a:solidFill>
                  <a:schemeClr val="tx1"/>
                </a:solidFill>
              </a:rPr>
              <a:t>Recap</a:t>
            </a:r>
            <a:endParaRPr lang="en-US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495BF60E-EE98-4B0D-AEF1-85DBEB1256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1402463"/>
              </p:ext>
            </p:extLst>
          </p:nvPr>
        </p:nvGraphicFramePr>
        <p:xfrm>
          <a:off x="1428750" y="1790700"/>
          <a:ext cx="9594850" cy="4296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8970">
                  <a:extLst>
                    <a:ext uri="{9D8B030D-6E8A-4147-A177-3AD203B41FA5}">
                      <a16:colId xmlns:a16="http://schemas.microsoft.com/office/drawing/2014/main" val="234434597"/>
                    </a:ext>
                  </a:extLst>
                </a:gridCol>
                <a:gridCol w="1918970">
                  <a:extLst>
                    <a:ext uri="{9D8B030D-6E8A-4147-A177-3AD203B41FA5}">
                      <a16:colId xmlns:a16="http://schemas.microsoft.com/office/drawing/2014/main" val="1738990215"/>
                    </a:ext>
                  </a:extLst>
                </a:gridCol>
                <a:gridCol w="1918970">
                  <a:extLst>
                    <a:ext uri="{9D8B030D-6E8A-4147-A177-3AD203B41FA5}">
                      <a16:colId xmlns:a16="http://schemas.microsoft.com/office/drawing/2014/main" val="1748017735"/>
                    </a:ext>
                  </a:extLst>
                </a:gridCol>
                <a:gridCol w="1918970">
                  <a:extLst>
                    <a:ext uri="{9D8B030D-6E8A-4147-A177-3AD203B41FA5}">
                      <a16:colId xmlns:a16="http://schemas.microsoft.com/office/drawing/2014/main" val="4015963174"/>
                    </a:ext>
                  </a:extLst>
                </a:gridCol>
                <a:gridCol w="1918970">
                  <a:extLst>
                    <a:ext uri="{9D8B030D-6E8A-4147-A177-3AD203B41FA5}">
                      <a16:colId xmlns:a16="http://schemas.microsoft.com/office/drawing/2014/main" val="4166799772"/>
                    </a:ext>
                  </a:extLst>
                </a:gridCol>
              </a:tblGrid>
              <a:tr h="1416050">
                <a:tc>
                  <a:txBody>
                    <a:bodyPr/>
                    <a:lstStyle/>
                    <a:p>
                      <a:r>
                        <a:rPr lang="fr-FR" dirty="0" err="1">
                          <a:solidFill>
                            <a:schemeClr val="tx1"/>
                          </a:solidFill>
                        </a:rPr>
                        <a:t>Metrique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fr-FR" b="1" dirty="0">
                          <a:solidFill>
                            <a:schemeClr val="tx1"/>
                          </a:solidFill>
                        </a:rPr>
                        <a:t>%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Phase 1</a:t>
                      </a:r>
                    </a:p>
                    <a:p>
                      <a:pPr algn="ctr"/>
                      <a:r>
                        <a:rPr lang="fr-FR" dirty="0"/>
                        <a:t>Non Sup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Phase 2</a:t>
                      </a:r>
                    </a:p>
                    <a:p>
                      <a:pPr algn="ctr"/>
                      <a:r>
                        <a:rPr lang="fr-FR" dirty="0"/>
                        <a:t>Semi sup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Phase 3</a:t>
                      </a:r>
                    </a:p>
                    <a:p>
                      <a:pPr algn="ctr"/>
                      <a:r>
                        <a:rPr lang="fr-FR" dirty="0"/>
                        <a:t>Semi sup + </a:t>
                      </a:r>
                      <a:r>
                        <a:rPr lang="fr-FR" dirty="0" err="1"/>
                        <a:t>Finetuning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Phase 4</a:t>
                      </a:r>
                    </a:p>
                    <a:p>
                      <a:pPr algn="ctr"/>
                      <a:r>
                        <a:rPr lang="fr-FR" dirty="0"/>
                        <a:t>Supervisé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8700847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r>
                        <a:rPr lang="fr-FR" b="1" dirty="0" err="1"/>
                        <a:t>Accuracy</a:t>
                      </a:r>
                      <a:r>
                        <a:rPr lang="fr-FR" b="1" dirty="0"/>
                        <a:t> 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80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80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B050"/>
                          </a:solidFill>
                        </a:rPr>
                        <a:t>90</a:t>
                      </a:r>
                      <a:endParaRPr lang="en-US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83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1566959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r>
                        <a:rPr lang="fr-FR" b="1" dirty="0" err="1"/>
                        <a:t>Recall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67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80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B050"/>
                          </a:solidFill>
                        </a:rPr>
                        <a:t>93</a:t>
                      </a:r>
                      <a:endParaRPr lang="en-US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87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6008279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r>
                        <a:rPr lang="fr-FR" b="1" dirty="0"/>
                        <a:t>F2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70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80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B050"/>
                          </a:solidFill>
                        </a:rPr>
                        <a:t>92</a:t>
                      </a:r>
                      <a:endParaRPr lang="en-US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86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7094102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r>
                        <a:rPr lang="fr-FR" b="1" dirty="0"/>
                        <a:t>ARI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34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34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B050"/>
                          </a:solidFill>
                        </a:rPr>
                        <a:t>63</a:t>
                      </a:r>
                      <a:endParaRPr lang="en-US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43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9348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4929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Recommandations</a:t>
            </a:r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E5052CA-1E90-44BF-9DF1-E30173F2B3FD}"/>
              </a:ext>
            </a:extLst>
          </p:cNvPr>
          <p:cNvSpPr txBox="1"/>
          <p:nvPr/>
        </p:nvSpPr>
        <p:spPr>
          <a:xfrm>
            <a:off x="8085198" y="2452255"/>
            <a:ext cx="2019993" cy="196977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Non supervisé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sz="1050" dirty="0"/>
          </a:p>
          <a:p>
            <a:endParaRPr lang="fr-FR" sz="1050" dirty="0"/>
          </a:p>
          <a:p>
            <a:endParaRPr lang="fr-FR" sz="105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65908A9-2947-4465-B4B6-96EF789ECED5}"/>
              </a:ext>
            </a:extLst>
          </p:cNvPr>
          <p:cNvSpPr txBox="1"/>
          <p:nvPr/>
        </p:nvSpPr>
        <p:spPr>
          <a:xfrm>
            <a:off x="10105191" y="2452255"/>
            <a:ext cx="1891145" cy="2585323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Semi supervisé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en-US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2544B91-16E6-4A0C-8064-E42491FF1B2A}"/>
              </a:ext>
            </a:extLst>
          </p:cNvPr>
          <p:cNvSpPr txBox="1"/>
          <p:nvPr/>
        </p:nvSpPr>
        <p:spPr>
          <a:xfrm>
            <a:off x="10105191" y="4411052"/>
            <a:ext cx="1891145" cy="1754326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>
                <a:solidFill>
                  <a:schemeClr val="bg1"/>
                </a:solidFill>
              </a:rPr>
              <a:t>Supervisé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4C66CAD-7A6E-4C77-9C99-B3B478E35AAD}"/>
              </a:ext>
            </a:extLst>
          </p:cNvPr>
          <p:cNvSpPr txBox="1"/>
          <p:nvPr/>
        </p:nvSpPr>
        <p:spPr>
          <a:xfrm>
            <a:off x="2025219" y="2452255"/>
            <a:ext cx="2173778" cy="201600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Extraction </a:t>
            </a:r>
            <a:r>
              <a:rPr lang="fr-FR" dirty="0" err="1"/>
              <a:t>features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en-US" dirty="0"/>
          </a:p>
        </p:txBody>
      </p:sp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B8381647-C40A-4011-B318-F182CBA51149}"/>
              </a:ext>
            </a:extLst>
          </p:cNvPr>
          <p:cNvGraphicFramePr/>
          <p:nvPr/>
        </p:nvGraphicFramePr>
        <p:xfrm>
          <a:off x="10388409" y="4555269"/>
          <a:ext cx="1565866" cy="11626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A410AFE4-1088-450B-8C54-9F089FB8524C}"/>
              </a:ext>
            </a:extLst>
          </p:cNvPr>
          <p:cNvGraphicFramePr/>
          <p:nvPr/>
        </p:nvGraphicFramePr>
        <p:xfrm>
          <a:off x="123985" y="1071219"/>
          <a:ext cx="11788229" cy="52630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pSp>
        <p:nvGrpSpPr>
          <p:cNvPr id="10" name="Groupe 9">
            <a:extLst>
              <a:ext uri="{FF2B5EF4-FFF2-40B4-BE49-F238E27FC236}">
                <a16:creationId xmlns:a16="http://schemas.microsoft.com/office/drawing/2014/main" id="{E8739D8A-1D9F-4032-A540-D41BDF80F580}"/>
              </a:ext>
            </a:extLst>
          </p:cNvPr>
          <p:cNvGrpSpPr/>
          <p:nvPr/>
        </p:nvGrpSpPr>
        <p:grpSpPr>
          <a:xfrm>
            <a:off x="6894871" y="5170023"/>
            <a:ext cx="3048725" cy="317582"/>
            <a:chOff x="7631658" y="2051998"/>
            <a:chExt cx="409951" cy="317582"/>
          </a:xfrm>
        </p:grpSpPr>
        <p:sp>
          <p:nvSpPr>
            <p:cNvPr id="11" name="Flèche : droite 10">
              <a:extLst>
                <a:ext uri="{FF2B5EF4-FFF2-40B4-BE49-F238E27FC236}">
                  <a16:creationId xmlns:a16="http://schemas.microsoft.com/office/drawing/2014/main" id="{085BB268-8813-4E17-AD97-2F7D85890CF4}"/>
                </a:ext>
              </a:extLst>
            </p:cNvPr>
            <p:cNvSpPr/>
            <p:nvPr/>
          </p:nvSpPr>
          <p:spPr>
            <a:xfrm>
              <a:off x="7631658" y="2051998"/>
              <a:ext cx="409951" cy="317582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Flèche : droite 4">
              <a:extLst>
                <a:ext uri="{FF2B5EF4-FFF2-40B4-BE49-F238E27FC236}">
                  <a16:creationId xmlns:a16="http://schemas.microsoft.com/office/drawing/2014/main" id="{F5DBFB3A-8632-4887-A743-1099A98075A7}"/>
                </a:ext>
              </a:extLst>
            </p:cNvPr>
            <p:cNvSpPr txBox="1"/>
            <p:nvPr/>
          </p:nvSpPr>
          <p:spPr>
            <a:xfrm>
              <a:off x="7631658" y="2115514"/>
              <a:ext cx="314676" cy="19055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900" kern="1200"/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C14C2856-F6CF-421D-B347-B99E7D0E6AAF}"/>
              </a:ext>
            </a:extLst>
          </p:cNvPr>
          <p:cNvGrpSpPr/>
          <p:nvPr/>
        </p:nvGrpSpPr>
        <p:grpSpPr>
          <a:xfrm rot="5400000">
            <a:off x="6504023" y="4778048"/>
            <a:ext cx="972249" cy="317582"/>
            <a:chOff x="7631658" y="2051998"/>
            <a:chExt cx="409951" cy="317582"/>
          </a:xfrm>
        </p:grpSpPr>
        <p:sp>
          <p:nvSpPr>
            <p:cNvPr id="15" name="Flèche : droite 14">
              <a:extLst>
                <a:ext uri="{FF2B5EF4-FFF2-40B4-BE49-F238E27FC236}">
                  <a16:creationId xmlns:a16="http://schemas.microsoft.com/office/drawing/2014/main" id="{96FA9A66-2663-49AD-B30D-F293A1E740B1}"/>
                </a:ext>
              </a:extLst>
            </p:cNvPr>
            <p:cNvSpPr/>
            <p:nvPr/>
          </p:nvSpPr>
          <p:spPr>
            <a:xfrm>
              <a:off x="7631658" y="2051998"/>
              <a:ext cx="409951" cy="317582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Flèche : droite 4">
              <a:extLst>
                <a:ext uri="{FF2B5EF4-FFF2-40B4-BE49-F238E27FC236}">
                  <a16:creationId xmlns:a16="http://schemas.microsoft.com/office/drawing/2014/main" id="{66E9AE60-54D0-447B-9D5A-BDD0927EB57F}"/>
                </a:ext>
              </a:extLst>
            </p:cNvPr>
            <p:cNvSpPr txBox="1"/>
            <p:nvPr/>
          </p:nvSpPr>
          <p:spPr>
            <a:xfrm>
              <a:off x="7631658" y="2115514"/>
              <a:ext cx="314676" cy="19055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900" kern="1200"/>
            </a:p>
          </p:txBody>
        </p:sp>
      </p:grpSp>
      <p:pic>
        <p:nvPicPr>
          <p:cNvPr id="17" name="Image 16">
            <a:extLst>
              <a:ext uri="{FF2B5EF4-FFF2-40B4-BE49-F238E27FC236}">
                <a16:creationId xmlns:a16="http://schemas.microsoft.com/office/drawing/2014/main" id="{3950D3F9-7282-4E60-9628-1F381800698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94628" y="5037578"/>
            <a:ext cx="1600242" cy="952525"/>
          </a:xfrm>
          <a:prstGeom prst="rect">
            <a:avLst/>
          </a:prstGeom>
        </p:spPr>
      </p:pic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36064A01-2049-4F17-BBA3-CC0C8C133220}"/>
              </a:ext>
            </a:extLst>
          </p:cNvPr>
          <p:cNvCxnSpPr/>
          <p:nvPr/>
        </p:nvCxnSpPr>
        <p:spPr>
          <a:xfrm>
            <a:off x="8085198" y="2177338"/>
            <a:ext cx="1858398" cy="264478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F7DF9845-E3E1-476E-9E01-91047565EC4E}"/>
              </a:ext>
            </a:extLst>
          </p:cNvPr>
          <p:cNvCxnSpPr>
            <a:cxnSpLocks/>
          </p:cNvCxnSpPr>
          <p:nvPr/>
        </p:nvCxnSpPr>
        <p:spPr>
          <a:xfrm flipH="1">
            <a:off x="8085198" y="2177338"/>
            <a:ext cx="1858398" cy="264478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0" name="Graphique 19" descr="Bulle de penséedzeded">
            <a:extLst>
              <a:ext uri="{FF2B5EF4-FFF2-40B4-BE49-F238E27FC236}">
                <a16:creationId xmlns:a16="http://schemas.microsoft.com/office/drawing/2014/main" id="{5B6A5FF7-B4B0-4A59-BCD6-2EBBE4EF889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flipH="1">
            <a:off x="5773039" y="523702"/>
            <a:ext cx="2719299" cy="2259542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E61E63DB-9C0C-41A9-AFE4-1747FE1D3995}"/>
              </a:ext>
            </a:extLst>
          </p:cNvPr>
          <p:cNvSpPr txBox="1"/>
          <p:nvPr/>
        </p:nvSpPr>
        <p:spPr>
          <a:xfrm>
            <a:off x="6455236" y="1130253"/>
            <a:ext cx="14741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Label </a:t>
            </a:r>
            <a:r>
              <a:rPr lang="fr-FR" sz="1400" dirty="0" err="1"/>
              <a:t>Spreading</a:t>
            </a:r>
            <a:r>
              <a:rPr lang="fr-FR" sz="1400" dirty="0"/>
              <a:t> (</a:t>
            </a:r>
            <a:r>
              <a:rPr lang="fr-FR" sz="1400" dirty="0" err="1"/>
              <a:t>SKLearn</a:t>
            </a:r>
            <a:r>
              <a:rPr lang="fr-FR" sz="1400" dirty="0"/>
              <a:t>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459832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Recommandations</a:t>
            </a:r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E5052CA-1E90-44BF-9DF1-E30173F2B3FD}"/>
              </a:ext>
            </a:extLst>
          </p:cNvPr>
          <p:cNvSpPr txBox="1"/>
          <p:nvPr/>
        </p:nvSpPr>
        <p:spPr>
          <a:xfrm>
            <a:off x="8085198" y="2452255"/>
            <a:ext cx="2019993" cy="196977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Non supervisé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sz="1050" dirty="0"/>
          </a:p>
          <a:p>
            <a:endParaRPr lang="fr-FR" sz="1050" dirty="0"/>
          </a:p>
          <a:p>
            <a:endParaRPr lang="fr-FR" sz="105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65908A9-2947-4465-B4B6-96EF789ECED5}"/>
              </a:ext>
            </a:extLst>
          </p:cNvPr>
          <p:cNvSpPr txBox="1"/>
          <p:nvPr/>
        </p:nvSpPr>
        <p:spPr>
          <a:xfrm>
            <a:off x="10105191" y="2452255"/>
            <a:ext cx="1891145" cy="2585323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Semi supervisé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en-US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2544B91-16E6-4A0C-8064-E42491FF1B2A}"/>
              </a:ext>
            </a:extLst>
          </p:cNvPr>
          <p:cNvSpPr txBox="1"/>
          <p:nvPr/>
        </p:nvSpPr>
        <p:spPr>
          <a:xfrm>
            <a:off x="10105191" y="4411052"/>
            <a:ext cx="1891145" cy="1754326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>
                <a:solidFill>
                  <a:schemeClr val="bg1"/>
                </a:solidFill>
              </a:rPr>
              <a:t>Supervisé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4C66CAD-7A6E-4C77-9C99-B3B478E35AAD}"/>
              </a:ext>
            </a:extLst>
          </p:cNvPr>
          <p:cNvSpPr txBox="1"/>
          <p:nvPr/>
        </p:nvSpPr>
        <p:spPr>
          <a:xfrm>
            <a:off x="2025219" y="2452255"/>
            <a:ext cx="2173778" cy="201600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Extraction </a:t>
            </a:r>
            <a:r>
              <a:rPr lang="fr-FR" dirty="0" err="1"/>
              <a:t>features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en-US" dirty="0"/>
          </a:p>
        </p:txBody>
      </p:sp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B8381647-C40A-4011-B318-F182CBA51149}"/>
              </a:ext>
            </a:extLst>
          </p:cNvPr>
          <p:cNvGraphicFramePr/>
          <p:nvPr/>
        </p:nvGraphicFramePr>
        <p:xfrm>
          <a:off x="10388409" y="4555269"/>
          <a:ext cx="1565866" cy="11626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A410AFE4-1088-450B-8C54-9F089FB8524C}"/>
              </a:ext>
            </a:extLst>
          </p:cNvPr>
          <p:cNvGraphicFramePr/>
          <p:nvPr/>
        </p:nvGraphicFramePr>
        <p:xfrm>
          <a:off x="123985" y="1071219"/>
          <a:ext cx="11788229" cy="52630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pSp>
        <p:nvGrpSpPr>
          <p:cNvPr id="10" name="Groupe 9">
            <a:extLst>
              <a:ext uri="{FF2B5EF4-FFF2-40B4-BE49-F238E27FC236}">
                <a16:creationId xmlns:a16="http://schemas.microsoft.com/office/drawing/2014/main" id="{E8739D8A-1D9F-4032-A540-D41BDF80F580}"/>
              </a:ext>
            </a:extLst>
          </p:cNvPr>
          <p:cNvGrpSpPr/>
          <p:nvPr/>
        </p:nvGrpSpPr>
        <p:grpSpPr>
          <a:xfrm>
            <a:off x="6894871" y="5170023"/>
            <a:ext cx="3048725" cy="317582"/>
            <a:chOff x="7631658" y="2051998"/>
            <a:chExt cx="409951" cy="317582"/>
          </a:xfrm>
        </p:grpSpPr>
        <p:sp>
          <p:nvSpPr>
            <p:cNvPr id="11" name="Flèche : droite 10">
              <a:extLst>
                <a:ext uri="{FF2B5EF4-FFF2-40B4-BE49-F238E27FC236}">
                  <a16:creationId xmlns:a16="http://schemas.microsoft.com/office/drawing/2014/main" id="{085BB268-8813-4E17-AD97-2F7D85890CF4}"/>
                </a:ext>
              </a:extLst>
            </p:cNvPr>
            <p:cNvSpPr/>
            <p:nvPr/>
          </p:nvSpPr>
          <p:spPr>
            <a:xfrm>
              <a:off x="7631658" y="2051998"/>
              <a:ext cx="409951" cy="317582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Flèche : droite 4">
              <a:extLst>
                <a:ext uri="{FF2B5EF4-FFF2-40B4-BE49-F238E27FC236}">
                  <a16:creationId xmlns:a16="http://schemas.microsoft.com/office/drawing/2014/main" id="{F5DBFB3A-8632-4887-A743-1099A98075A7}"/>
                </a:ext>
              </a:extLst>
            </p:cNvPr>
            <p:cNvSpPr txBox="1"/>
            <p:nvPr/>
          </p:nvSpPr>
          <p:spPr>
            <a:xfrm>
              <a:off x="7631658" y="2115514"/>
              <a:ext cx="314676" cy="19055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900" kern="1200"/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C14C2856-F6CF-421D-B347-B99E7D0E6AAF}"/>
              </a:ext>
            </a:extLst>
          </p:cNvPr>
          <p:cNvGrpSpPr/>
          <p:nvPr/>
        </p:nvGrpSpPr>
        <p:grpSpPr>
          <a:xfrm rot="5400000">
            <a:off x="6504023" y="4778048"/>
            <a:ext cx="972249" cy="317582"/>
            <a:chOff x="7631658" y="2051998"/>
            <a:chExt cx="409951" cy="317582"/>
          </a:xfrm>
        </p:grpSpPr>
        <p:sp>
          <p:nvSpPr>
            <p:cNvPr id="15" name="Flèche : droite 14">
              <a:extLst>
                <a:ext uri="{FF2B5EF4-FFF2-40B4-BE49-F238E27FC236}">
                  <a16:creationId xmlns:a16="http://schemas.microsoft.com/office/drawing/2014/main" id="{96FA9A66-2663-49AD-B30D-F293A1E740B1}"/>
                </a:ext>
              </a:extLst>
            </p:cNvPr>
            <p:cNvSpPr/>
            <p:nvPr/>
          </p:nvSpPr>
          <p:spPr>
            <a:xfrm>
              <a:off x="7631658" y="2051998"/>
              <a:ext cx="409951" cy="317582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Flèche : droite 4">
              <a:extLst>
                <a:ext uri="{FF2B5EF4-FFF2-40B4-BE49-F238E27FC236}">
                  <a16:creationId xmlns:a16="http://schemas.microsoft.com/office/drawing/2014/main" id="{66E9AE60-54D0-447B-9D5A-BDD0927EB57F}"/>
                </a:ext>
              </a:extLst>
            </p:cNvPr>
            <p:cNvSpPr txBox="1"/>
            <p:nvPr/>
          </p:nvSpPr>
          <p:spPr>
            <a:xfrm>
              <a:off x="7631658" y="2115514"/>
              <a:ext cx="314676" cy="19055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900" kern="1200"/>
            </a:p>
          </p:txBody>
        </p:sp>
      </p:grpSp>
      <p:pic>
        <p:nvPicPr>
          <p:cNvPr id="17" name="Image 16">
            <a:extLst>
              <a:ext uri="{FF2B5EF4-FFF2-40B4-BE49-F238E27FC236}">
                <a16:creationId xmlns:a16="http://schemas.microsoft.com/office/drawing/2014/main" id="{3950D3F9-7282-4E60-9628-1F381800698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94628" y="5037578"/>
            <a:ext cx="1600242" cy="952525"/>
          </a:xfrm>
          <a:prstGeom prst="rect">
            <a:avLst/>
          </a:prstGeom>
        </p:spPr>
      </p:pic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36064A01-2049-4F17-BBA3-CC0C8C133220}"/>
              </a:ext>
            </a:extLst>
          </p:cNvPr>
          <p:cNvCxnSpPr/>
          <p:nvPr/>
        </p:nvCxnSpPr>
        <p:spPr>
          <a:xfrm>
            <a:off x="8085198" y="2177338"/>
            <a:ext cx="1858398" cy="264478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F7DF9845-E3E1-476E-9E01-91047565EC4E}"/>
              </a:ext>
            </a:extLst>
          </p:cNvPr>
          <p:cNvCxnSpPr>
            <a:cxnSpLocks/>
          </p:cNvCxnSpPr>
          <p:nvPr/>
        </p:nvCxnSpPr>
        <p:spPr>
          <a:xfrm flipH="1">
            <a:off x="8085198" y="2177338"/>
            <a:ext cx="1858398" cy="264478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0" name="Graphique 19" descr="Bulle de penséedzeded">
            <a:extLst>
              <a:ext uri="{FF2B5EF4-FFF2-40B4-BE49-F238E27FC236}">
                <a16:creationId xmlns:a16="http://schemas.microsoft.com/office/drawing/2014/main" id="{5B6A5FF7-B4B0-4A59-BCD6-2EBBE4EF889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flipH="1">
            <a:off x="5686484" y="411150"/>
            <a:ext cx="2719299" cy="2259542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E61E63DB-9C0C-41A9-AFE4-1747FE1D3995}"/>
              </a:ext>
            </a:extLst>
          </p:cNvPr>
          <p:cNvSpPr txBox="1"/>
          <p:nvPr/>
        </p:nvSpPr>
        <p:spPr>
          <a:xfrm>
            <a:off x="6391349" y="1008390"/>
            <a:ext cx="14741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Label </a:t>
            </a:r>
            <a:r>
              <a:rPr lang="fr-FR" sz="1400" dirty="0" err="1"/>
              <a:t>Spreading</a:t>
            </a:r>
            <a:r>
              <a:rPr lang="fr-FR" sz="1400" dirty="0"/>
              <a:t> (</a:t>
            </a:r>
            <a:r>
              <a:rPr lang="fr-FR" sz="1400" dirty="0" err="1"/>
              <a:t>SKLearn</a:t>
            </a:r>
            <a:r>
              <a:rPr lang="fr-FR" sz="1400" dirty="0"/>
              <a:t>)</a:t>
            </a:r>
            <a:endParaRPr lang="en-US" sz="1400" dirty="0"/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DE611B9-9645-4B82-8885-4D1C528A7FC1}"/>
              </a:ext>
            </a:extLst>
          </p:cNvPr>
          <p:cNvCxnSpPr/>
          <p:nvPr/>
        </p:nvCxnSpPr>
        <p:spPr>
          <a:xfrm>
            <a:off x="10117332" y="2177338"/>
            <a:ext cx="1858398" cy="264478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EA43040B-EF4A-48B8-BAF0-43709645AFC5}"/>
              </a:ext>
            </a:extLst>
          </p:cNvPr>
          <p:cNvCxnSpPr>
            <a:cxnSpLocks/>
          </p:cNvCxnSpPr>
          <p:nvPr/>
        </p:nvCxnSpPr>
        <p:spPr>
          <a:xfrm flipH="1">
            <a:off x="10117332" y="2177338"/>
            <a:ext cx="1858398" cy="264478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4" name="Graphique 23" descr="Bulle de penséedzeded">
            <a:extLst>
              <a:ext uri="{FF2B5EF4-FFF2-40B4-BE49-F238E27FC236}">
                <a16:creationId xmlns:a16="http://schemas.microsoft.com/office/drawing/2014/main" id="{24C7A375-9733-46D8-8CF6-B3E4A247665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flipH="1">
            <a:off x="8799349" y="367246"/>
            <a:ext cx="2719299" cy="2259542"/>
          </a:xfrm>
          <a:prstGeom prst="rect">
            <a:avLst/>
          </a:prstGeom>
        </p:spPr>
      </p:pic>
      <p:sp>
        <p:nvSpPr>
          <p:cNvPr id="25" name="ZoneTexte 24">
            <a:extLst>
              <a:ext uri="{FF2B5EF4-FFF2-40B4-BE49-F238E27FC236}">
                <a16:creationId xmlns:a16="http://schemas.microsoft.com/office/drawing/2014/main" id="{F40A2958-0661-4247-A811-C99E8431BAB3}"/>
              </a:ext>
            </a:extLst>
          </p:cNvPr>
          <p:cNvSpPr txBox="1"/>
          <p:nvPr/>
        </p:nvSpPr>
        <p:spPr>
          <a:xfrm>
            <a:off x="9481546" y="973797"/>
            <a:ext cx="14741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err="1"/>
              <a:t>Modele</a:t>
            </a:r>
            <a:r>
              <a:rPr lang="fr-FR" sz="1400" dirty="0"/>
              <a:t> </a:t>
            </a:r>
            <a:r>
              <a:rPr lang="fr-FR" sz="1400" dirty="0" err="1"/>
              <a:t>SKLearn</a:t>
            </a:r>
            <a:endParaRPr lang="fr-FR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700900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Recommandations</a:t>
            </a:r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E5052CA-1E90-44BF-9DF1-E30173F2B3FD}"/>
              </a:ext>
            </a:extLst>
          </p:cNvPr>
          <p:cNvSpPr txBox="1"/>
          <p:nvPr/>
        </p:nvSpPr>
        <p:spPr>
          <a:xfrm>
            <a:off x="8085198" y="2452255"/>
            <a:ext cx="2019993" cy="196977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Non supervisé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sz="1050" dirty="0"/>
          </a:p>
          <a:p>
            <a:endParaRPr lang="fr-FR" sz="1050" dirty="0"/>
          </a:p>
          <a:p>
            <a:endParaRPr lang="fr-FR" sz="105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65908A9-2947-4465-B4B6-96EF789ECED5}"/>
              </a:ext>
            </a:extLst>
          </p:cNvPr>
          <p:cNvSpPr txBox="1"/>
          <p:nvPr/>
        </p:nvSpPr>
        <p:spPr>
          <a:xfrm>
            <a:off x="10105191" y="2452255"/>
            <a:ext cx="1891145" cy="2585323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Semi supervisé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en-US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2544B91-16E6-4A0C-8064-E42491FF1B2A}"/>
              </a:ext>
            </a:extLst>
          </p:cNvPr>
          <p:cNvSpPr txBox="1"/>
          <p:nvPr/>
        </p:nvSpPr>
        <p:spPr>
          <a:xfrm>
            <a:off x="10105191" y="4411052"/>
            <a:ext cx="1891145" cy="1754326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>
                <a:solidFill>
                  <a:schemeClr val="bg1"/>
                </a:solidFill>
              </a:rPr>
              <a:t>Supervisé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4C66CAD-7A6E-4C77-9C99-B3B478E35AAD}"/>
              </a:ext>
            </a:extLst>
          </p:cNvPr>
          <p:cNvSpPr txBox="1"/>
          <p:nvPr/>
        </p:nvSpPr>
        <p:spPr>
          <a:xfrm>
            <a:off x="2025219" y="2452255"/>
            <a:ext cx="2173778" cy="201600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Extraction </a:t>
            </a:r>
            <a:r>
              <a:rPr lang="fr-FR" dirty="0" err="1"/>
              <a:t>features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en-US" dirty="0"/>
          </a:p>
        </p:txBody>
      </p:sp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B8381647-C40A-4011-B318-F182CBA51149}"/>
              </a:ext>
            </a:extLst>
          </p:cNvPr>
          <p:cNvGraphicFramePr/>
          <p:nvPr/>
        </p:nvGraphicFramePr>
        <p:xfrm>
          <a:off x="10388409" y="4555269"/>
          <a:ext cx="1565866" cy="11626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A410AFE4-1088-450B-8C54-9F089FB8524C}"/>
              </a:ext>
            </a:extLst>
          </p:cNvPr>
          <p:cNvGraphicFramePr/>
          <p:nvPr/>
        </p:nvGraphicFramePr>
        <p:xfrm>
          <a:off x="123985" y="1071219"/>
          <a:ext cx="11788229" cy="52630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pSp>
        <p:nvGrpSpPr>
          <p:cNvPr id="10" name="Groupe 9">
            <a:extLst>
              <a:ext uri="{FF2B5EF4-FFF2-40B4-BE49-F238E27FC236}">
                <a16:creationId xmlns:a16="http://schemas.microsoft.com/office/drawing/2014/main" id="{E8739D8A-1D9F-4032-A540-D41BDF80F580}"/>
              </a:ext>
            </a:extLst>
          </p:cNvPr>
          <p:cNvGrpSpPr/>
          <p:nvPr/>
        </p:nvGrpSpPr>
        <p:grpSpPr>
          <a:xfrm>
            <a:off x="6894871" y="5170023"/>
            <a:ext cx="3048725" cy="317582"/>
            <a:chOff x="7631658" y="2051998"/>
            <a:chExt cx="409951" cy="317582"/>
          </a:xfrm>
        </p:grpSpPr>
        <p:sp>
          <p:nvSpPr>
            <p:cNvPr id="11" name="Flèche : droite 10">
              <a:extLst>
                <a:ext uri="{FF2B5EF4-FFF2-40B4-BE49-F238E27FC236}">
                  <a16:creationId xmlns:a16="http://schemas.microsoft.com/office/drawing/2014/main" id="{085BB268-8813-4E17-AD97-2F7D85890CF4}"/>
                </a:ext>
              </a:extLst>
            </p:cNvPr>
            <p:cNvSpPr/>
            <p:nvPr/>
          </p:nvSpPr>
          <p:spPr>
            <a:xfrm>
              <a:off x="7631658" y="2051998"/>
              <a:ext cx="409951" cy="317582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Flèche : droite 4">
              <a:extLst>
                <a:ext uri="{FF2B5EF4-FFF2-40B4-BE49-F238E27FC236}">
                  <a16:creationId xmlns:a16="http://schemas.microsoft.com/office/drawing/2014/main" id="{F5DBFB3A-8632-4887-A743-1099A98075A7}"/>
                </a:ext>
              </a:extLst>
            </p:cNvPr>
            <p:cNvSpPr txBox="1"/>
            <p:nvPr/>
          </p:nvSpPr>
          <p:spPr>
            <a:xfrm>
              <a:off x="7631658" y="2115514"/>
              <a:ext cx="314676" cy="19055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900" kern="1200"/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C14C2856-F6CF-421D-B347-B99E7D0E6AAF}"/>
              </a:ext>
            </a:extLst>
          </p:cNvPr>
          <p:cNvGrpSpPr/>
          <p:nvPr/>
        </p:nvGrpSpPr>
        <p:grpSpPr>
          <a:xfrm rot="5400000">
            <a:off x="6504023" y="4778048"/>
            <a:ext cx="972249" cy="317582"/>
            <a:chOff x="7631658" y="2051998"/>
            <a:chExt cx="409951" cy="317582"/>
          </a:xfrm>
        </p:grpSpPr>
        <p:sp>
          <p:nvSpPr>
            <p:cNvPr id="15" name="Flèche : droite 14">
              <a:extLst>
                <a:ext uri="{FF2B5EF4-FFF2-40B4-BE49-F238E27FC236}">
                  <a16:creationId xmlns:a16="http://schemas.microsoft.com/office/drawing/2014/main" id="{96FA9A66-2663-49AD-B30D-F293A1E740B1}"/>
                </a:ext>
              </a:extLst>
            </p:cNvPr>
            <p:cNvSpPr/>
            <p:nvPr/>
          </p:nvSpPr>
          <p:spPr>
            <a:xfrm>
              <a:off x="7631658" y="2051998"/>
              <a:ext cx="409951" cy="317582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Flèche : droite 4">
              <a:extLst>
                <a:ext uri="{FF2B5EF4-FFF2-40B4-BE49-F238E27FC236}">
                  <a16:creationId xmlns:a16="http://schemas.microsoft.com/office/drawing/2014/main" id="{66E9AE60-54D0-447B-9D5A-BDD0927EB57F}"/>
                </a:ext>
              </a:extLst>
            </p:cNvPr>
            <p:cNvSpPr txBox="1"/>
            <p:nvPr/>
          </p:nvSpPr>
          <p:spPr>
            <a:xfrm>
              <a:off x="7631658" y="2115514"/>
              <a:ext cx="314676" cy="19055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900" kern="1200"/>
            </a:p>
          </p:txBody>
        </p:sp>
      </p:grpSp>
      <p:pic>
        <p:nvPicPr>
          <p:cNvPr id="17" name="Image 16">
            <a:extLst>
              <a:ext uri="{FF2B5EF4-FFF2-40B4-BE49-F238E27FC236}">
                <a16:creationId xmlns:a16="http://schemas.microsoft.com/office/drawing/2014/main" id="{3950D3F9-7282-4E60-9628-1F381800698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94628" y="5037578"/>
            <a:ext cx="1600242" cy="952525"/>
          </a:xfrm>
          <a:prstGeom prst="rect">
            <a:avLst/>
          </a:prstGeom>
        </p:spPr>
      </p:pic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36064A01-2049-4F17-BBA3-CC0C8C133220}"/>
              </a:ext>
            </a:extLst>
          </p:cNvPr>
          <p:cNvCxnSpPr/>
          <p:nvPr/>
        </p:nvCxnSpPr>
        <p:spPr>
          <a:xfrm>
            <a:off x="8085198" y="2177338"/>
            <a:ext cx="1858398" cy="264478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F7DF9845-E3E1-476E-9E01-91047565EC4E}"/>
              </a:ext>
            </a:extLst>
          </p:cNvPr>
          <p:cNvCxnSpPr>
            <a:cxnSpLocks/>
          </p:cNvCxnSpPr>
          <p:nvPr/>
        </p:nvCxnSpPr>
        <p:spPr>
          <a:xfrm flipH="1">
            <a:off x="8085198" y="2177338"/>
            <a:ext cx="1858398" cy="264478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" name="ZoneTexte 2">
            <a:extLst>
              <a:ext uri="{FF2B5EF4-FFF2-40B4-BE49-F238E27FC236}">
                <a16:creationId xmlns:a16="http://schemas.microsoft.com/office/drawing/2014/main" id="{10494034-163E-4BCF-8130-67EDC71D42D3}"/>
              </a:ext>
            </a:extLst>
          </p:cNvPr>
          <p:cNvSpPr txBox="1"/>
          <p:nvPr/>
        </p:nvSpPr>
        <p:spPr>
          <a:xfrm>
            <a:off x="2348844" y="1788672"/>
            <a:ext cx="9092051" cy="42882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fr-FR" sz="3600" dirty="0">
                <a:solidFill>
                  <a:schemeClr val="accent1"/>
                </a:solidFill>
              </a:rPr>
              <a:t>Alternatives End to End: </a:t>
            </a:r>
          </a:p>
          <a:p>
            <a:pPr lvl="1" algn="ctr"/>
            <a:r>
              <a:rPr lang="fr-FR" sz="3600" b="1" dirty="0"/>
              <a:t>SGAN</a:t>
            </a:r>
          </a:p>
          <a:p>
            <a:pPr lvl="1" algn="ctr"/>
            <a:r>
              <a:rPr lang="fr-FR" sz="3600" b="1" dirty="0"/>
              <a:t>MEAN TEACHER </a:t>
            </a:r>
          </a:p>
        </p:txBody>
      </p:sp>
    </p:spTree>
    <p:extLst>
      <p:ext uri="{BB962C8B-B14F-4D97-AF65-F5344CB8AC3E}">
        <p14:creationId xmlns:p14="http://schemas.microsoft.com/office/powerpoint/2010/main" val="40763613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02628C-565D-41F6-9887-928CC37ED1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FIN</a:t>
            </a:r>
            <a:endParaRPr lang="en-US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6537276-AC9F-40DD-9A84-D3308F11E3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54403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11509</TotalTime>
  <Words>1331</Words>
  <Application>Microsoft Office PowerPoint</Application>
  <PresentationFormat>Grand écran</PresentationFormat>
  <Paragraphs>610</Paragraphs>
  <Slides>29</Slides>
  <Notes>0</Notes>
  <HiddenSlides>5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4" baseType="lpstr">
      <vt:lpstr>Arial</vt:lpstr>
      <vt:lpstr>Trebuchet MS</vt:lpstr>
      <vt:lpstr>Wingdings</vt:lpstr>
      <vt:lpstr>Wingdings 3</vt:lpstr>
      <vt:lpstr>Facette</vt:lpstr>
      <vt:lpstr>P7: Labellisez et appliquez des approches semi-supervisées en traitement d'images</vt:lpstr>
      <vt:lpstr>DATASET</vt:lpstr>
      <vt:lpstr>Stratégie</vt:lpstr>
      <vt:lpstr>Dataset Pytorch</vt:lpstr>
      <vt:lpstr>Embedding - RESNET 50 </vt:lpstr>
      <vt:lpstr>Embedding - EfficientNet b4  </vt:lpstr>
      <vt:lpstr>Reduction de dimension – PCA RESNET 50</vt:lpstr>
      <vt:lpstr>Reduction de dimension – PCA EFNET 4B</vt:lpstr>
      <vt:lpstr>Clustering – Kmeans RESNET 50</vt:lpstr>
      <vt:lpstr>Clustering – Kmeans EFNET 4B</vt:lpstr>
      <vt:lpstr>Clustering – Gaussian Mixture Models EFNET 4B</vt:lpstr>
      <vt:lpstr>Clustering – Gaussian Mixture Models EFNET 4B</vt:lpstr>
      <vt:lpstr>Présentation PowerPoint</vt:lpstr>
      <vt:lpstr>Clustering – Kmeans RESNET50</vt:lpstr>
      <vt:lpstr>Clustering – Kmeans EFNET B4</vt:lpstr>
      <vt:lpstr>NON SUPERVISE Clustering – GMM EFNET B4</vt:lpstr>
      <vt:lpstr>SEMI SUPERVISE Labels faibles clustering + CNN </vt:lpstr>
      <vt:lpstr>SEMI SUPERVISE Labels faibles clustering + CNN </vt:lpstr>
      <vt:lpstr> VAL SET 30 Labels Non supervisé  VS  Semi supervisé VS Semi supervisé + Finetuning VS  Non supervisé</vt:lpstr>
      <vt:lpstr>1 : NON SUPERVISE Clustering GMM sur val set</vt:lpstr>
      <vt:lpstr>2: SEMI SUPERVISE Labels faibles clustering + CNN </vt:lpstr>
      <vt:lpstr>2: SEMI SUPERVISE Labels faibles clustering + CNN </vt:lpstr>
      <vt:lpstr>3: SEMI SUPERVISE - Finetuning CNN + Labels forts (70-30)</vt:lpstr>
      <vt:lpstr>4: SUPERVISE Labels forts + CNN </vt:lpstr>
      <vt:lpstr>Recap</vt:lpstr>
      <vt:lpstr>Recommandations</vt:lpstr>
      <vt:lpstr>Recommandations</vt:lpstr>
      <vt:lpstr>Recommandations</vt:lpstr>
      <vt:lpstr>FIN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P2 EXERCICE: Analysez des données de systèmes éducatifs</dc:title>
  <dc:creator>Kevin</dc:creator>
  <cp:lastModifiedBy>Kevin</cp:lastModifiedBy>
  <cp:revision>304</cp:revision>
  <dcterms:created xsi:type="dcterms:W3CDTF">2025-12-11T08:49:08Z</dcterms:created>
  <dcterms:modified xsi:type="dcterms:W3CDTF">2026-04-22T17:55:36Z</dcterms:modified>
</cp:coreProperties>
</file>